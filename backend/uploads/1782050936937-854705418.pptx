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7" r:id="rId22"/>
    <p:sldId id="279" r:id="rId23"/>
    <p:sldId id="280" r:id="rId24"/>
    <p:sldId id="281" r:id="rId25"/>
    <p:sldId id="283" r:id="rId26"/>
    <p:sldId id="284" r:id="rId2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653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596299" y="5329160"/>
            <a:ext cx="58112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Abdul Rehman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6950638" y="5316121"/>
            <a:ext cx="69983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Abdullah Al Rayan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92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369367" y="5401636"/>
            <a:ext cx="61922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Abdullah Sharif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83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333863" y="5451426"/>
            <a:ext cx="65950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Abdullah Tahmid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929029" y="5372541"/>
            <a:ext cx="47977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Anjum Shohel 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4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833792" y="5403027"/>
            <a:ext cx="4892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Areeb Faisal 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3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6623051" y="5495857"/>
            <a:ext cx="71287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Hamdan Muhammad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07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684667" y="5251287"/>
            <a:ext cx="53172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Husnain Raza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7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755546" y="5375330"/>
            <a:ext cx="51737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Hussain Ahmad 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44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845666" y="5444265"/>
            <a:ext cx="49894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Huzaifa Afzal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90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817162" y="5389065"/>
            <a:ext cx="49894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Ibrahim Khalil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7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808243" y="5353224"/>
            <a:ext cx="55651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Mahir Ahmad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32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464139" y="5495857"/>
            <a:ext cx="60169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Marwan Sameer 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31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675777" y="5388430"/>
            <a:ext cx="53172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Masood Hafiz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7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6928476" y="5495857"/>
            <a:ext cx="71867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Mohammad Musaddiq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06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564862" y="5544116"/>
            <a:ext cx="55910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Ali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30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136383" y="5531707"/>
            <a:ext cx="57137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Jami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65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188687" y="5527349"/>
            <a:ext cx="59317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Omair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7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464139" y="5595917"/>
            <a:ext cx="62876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Rafay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2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464139" y="5495857"/>
            <a:ext cx="64998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Rohan 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64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492017" y="5357301"/>
            <a:ext cx="64719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Sami 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99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432458" y="5378068"/>
            <a:ext cx="57944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Muhammad Taha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00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614015" y="5431481"/>
            <a:ext cx="56307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Musa Ifthikhar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76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7375499" y="5329160"/>
            <a:ext cx="5685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Shehriyar Baloch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79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6907878" y="5443630"/>
            <a:ext cx="70928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Sultan Mohammad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63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20104100" cy="11308715"/>
            <a:chOff x="-2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20062216" y="0"/>
                  </a:lnTo>
                  <a:lnTo>
                    <a:pt x="20062216" y="41884"/>
                  </a:lnTo>
                  <a:lnTo>
                    <a:pt x="20062216" y="11266678"/>
                  </a:lnTo>
                  <a:lnTo>
                    <a:pt x="41871" y="11266678"/>
                  </a:lnTo>
                  <a:lnTo>
                    <a:pt x="41871" y="41884"/>
                  </a:lnTo>
                  <a:lnTo>
                    <a:pt x="20062216" y="41884"/>
                  </a:lnTo>
                  <a:lnTo>
                    <a:pt x="20062216" y="0"/>
                  </a:lnTo>
                  <a:lnTo>
                    <a:pt x="41871" y="0"/>
                  </a:lnTo>
                  <a:lnTo>
                    <a:pt x="0" y="0"/>
                  </a:lnTo>
                  <a:lnTo>
                    <a:pt x="0" y="11308550"/>
                  </a:lnTo>
                  <a:lnTo>
                    <a:pt x="41871" y="11308550"/>
                  </a:lnTo>
                  <a:lnTo>
                    <a:pt x="20062216" y="11308550"/>
                  </a:lnTo>
                  <a:lnTo>
                    <a:pt x="20104088" y="1130855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111" y="6876256"/>
              <a:ext cx="13391155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75045" y="2474613"/>
              <a:ext cx="10547985" cy="3622040"/>
            </a:xfrm>
            <a:custGeom>
              <a:avLst/>
              <a:gdLst/>
              <a:ahLst/>
              <a:cxnLst/>
              <a:rect l="l" t="t" r="r" b="b"/>
              <a:pathLst>
                <a:path w="10547985" h="3622040">
                  <a:moveTo>
                    <a:pt x="1061186" y="3315398"/>
                  </a:moveTo>
                  <a:lnTo>
                    <a:pt x="952322" y="3279419"/>
                  </a:lnTo>
                  <a:lnTo>
                    <a:pt x="727989" y="3195815"/>
                  </a:lnTo>
                  <a:lnTo>
                    <a:pt x="506564" y="3111360"/>
                  </a:lnTo>
                  <a:lnTo>
                    <a:pt x="406450" y="3072815"/>
                  </a:lnTo>
                  <a:lnTo>
                    <a:pt x="0" y="3090265"/>
                  </a:lnTo>
                  <a:lnTo>
                    <a:pt x="32715" y="3104159"/>
                  </a:lnTo>
                  <a:lnTo>
                    <a:pt x="103098" y="3136582"/>
                  </a:lnTo>
                  <a:lnTo>
                    <a:pt x="169545" y="3173641"/>
                  </a:lnTo>
                  <a:lnTo>
                    <a:pt x="190423" y="3201403"/>
                  </a:lnTo>
                  <a:lnTo>
                    <a:pt x="175780" y="3224072"/>
                  </a:lnTo>
                  <a:lnTo>
                    <a:pt x="152209" y="3267176"/>
                  </a:lnTo>
                  <a:lnTo>
                    <a:pt x="124155" y="3322917"/>
                  </a:lnTo>
                  <a:lnTo>
                    <a:pt x="96075" y="3383445"/>
                  </a:lnTo>
                  <a:lnTo>
                    <a:pt x="72402" y="3440976"/>
                  </a:lnTo>
                  <a:lnTo>
                    <a:pt x="57607" y="3487661"/>
                  </a:lnTo>
                  <a:lnTo>
                    <a:pt x="56134" y="3515690"/>
                  </a:lnTo>
                  <a:lnTo>
                    <a:pt x="55943" y="3515880"/>
                  </a:lnTo>
                  <a:lnTo>
                    <a:pt x="83362" y="3534867"/>
                  </a:lnTo>
                  <a:lnTo>
                    <a:pt x="156654" y="3573322"/>
                  </a:lnTo>
                  <a:lnTo>
                    <a:pt x="262394" y="3603498"/>
                  </a:lnTo>
                  <a:lnTo>
                    <a:pt x="387108" y="3597618"/>
                  </a:lnTo>
                  <a:lnTo>
                    <a:pt x="521017" y="3576967"/>
                  </a:lnTo>
                  <a:lnTo>
                    <a:pt x="646950" y="3574605"/>
                  </a:lnTo>
                  <a:lnTo>
                    <a:pt x="740460" y="3580523"/>
                  </a:lnTo>
                  <a:lnTo>
                    <a:pt x="777062" y="3584727"/>
                  </a:lnTo>
                  <a:lnTo>
                    <a:pt x="804570" y="3371545"/>
                  </a:lnTo>
                  <a:lnTo>
                    <a:pt x="939063" y="3341763"/>
                  </a:lnTo>
                  <a:lnTo>
                    <a:pt x="1028052" y="3322243"/>
                  </a:lnTo>
                  <a:lnTo>
                    <a:pt x="1061186" y="3315398"/>
                  </a:lnTo>
                  <a:close/>
                </a:path>
                <a:path w="10547985" h="3622040">
                  <a:moveTo>
                    <a:pt x="3561765" y="700633"/>
                  </a:moveTo>
                  <a:lnTo>
                    <a:pt x="3393706" y="617423"/>
                  </a:lnTo>
                  <a:lnTo>
                    <a:pt x="3050057" y="430847"/>
                  </a:lnTo>
                  <a:lnTo>
                    <a:pt x="2558415" y="158369"/>
                  </a:lnTo>
                  <a:lnTo>
                    <a:pt x="1897240" y="93116"/>
                  </a:lnTo>
                  <a:lnTo>
                    <a:pt x="1946897" y="123101"/>
                  </a:lnTo>
                  <a:lnTo>
                    <a:pt x="2053120" y="191681"/>
                  </a:lnTo>
                  <a:lnTo>
                    <a:pt x="2151761" y="266839"/>
                  </a:lnTo>
                  <a:lnTo>
                    <a:pt x="2178697" y="316547"/>
                  </a:lnTo>
                  <a:lnTo>
                    <a:pt x="2162454" y="334098"/>
                  </a:lnTo>
                  <a:lnTo>
                    <a:pt x="2137270" y="365734"/>
                  </a:lnTo>
                  <a:lnTo>
                    <a:pt x="2105456" y="408495"/>
                  </a:lnTo>
                  <a:lnTo>
                    <a:pt x="2069312" y="459422"/>
                  </a:lnTo>
                  <a:lnTo>
                    <a:pt x="2031136" y="515543"/>
                  </a:lnTo>
                  <a:lnTo>
                    <a:pt x="1993226" y="573900"/>
                  </a:lnTo>
                  <a:lnTo>
                    <a:pt x="1957882" y="631520"/>
                  </a:lnTo>
                  <a:lnTo>
                    <a:pt x="1927402" y="685457"/>
                  </a:lnTo>
                  <a:lnTo>
                    <a:pt x="1904085" y="732726"/>
                  </a:lnTo>
                  <a:lnTo>
                    <a:pt x="1890229" y="770382"/>
                  </a:lnTo>
                  <a:lnTo>
                    <a:pt x="1888147" y="795274"/>
                  </a:lnTo>
                  <a:lnTo>
                    <a:pt x="1888147" y="795464"/>
                  </a:lnTo>
                  <a:lnTo>
                    <a:pt x="1927974" y="832408"/>
                  </a:lnTo>
                  <a:lnTo>
                    <a:pt x="2037753" y="911682"/>
                  </a:lnTo>
                  <a:lnTo>
                    <a:pt x="2201849" y="984910"/>
                  </a:lnTo>
                  <a:lnTo>
                    <a:pt x="2404783" y="1003909"/>
                  </a:lnTo>
                  <a:lnTo>
                    <a:pt x="2625979" y="1000937"/>
                  </a:lnTo>
                  <a:lnTo>
                    <a:pt x="2830233" y="1025855"/>
                  </a:lnTo>
                  <a:lnTo>
                    <a:pt x="2980182" y="1056830"/>
                  </a:lnTo>
                  <a:lnTo>
                    <a:pt x="3038475" y="1071994"/>
                  </a:lnTo>
                  <a:lnTo>
                    <a:pt x="3058299" y="1000937"/>
                  </a:lnTo>
                  <a:lnTo>
                    <a:pt x="3133115" y="732866"/>
                  </a:lnTo>
                  <a:lnTo>
                    <a:pt x="3505987" y="704151"/>
                  </a:lnTo>
                  <a:lnTo>
                    <a:pt x="3561765" y="700633"/>
                  </a:lnTo>
                  <a:close/>
                </a:path>
                <a:path w="10547985" h="3622040">
                  <a:moveTo>
                    <a:pt x="6455384" y="1912048"/>
                  </a:moveTo>
                  <a:lnTo>
                    <a:pt x="6418364" y="1855685"/>
                  </a:lnTo>
                  <a:lnTo>
                    <a:pt x="6380277" y="1835035"/>
                  </a:lnTo>
                  <a:lnTo>
                    <a:pt x="6333147" y="1818500"/>
                  </a:lnTo>
                  <a:lnTo>
                    <a:pt x="6279921" y="1805393"/>
                  </a:lnTo>
                  <a:lnTo>
                    <a:pt x="6223609" y="1795018"/>
                  </a:lnTo>
                  <a:lnTo>
                    <a:pt x="6167196" y="1786699"/>
                  </a:lnTo>
                  <a:lnTo>
                    <a:pt x="6065990" y="1773491"/>
                  </a:lnTo>
                  <a:lnTo>
                    <a:pt x="6027166" y="1767243"/>
                  </a:lnTo>
                  <a:lnTo>
                    <a:pt x="5980722" y="1742516"/>
                  </a:lnTo>
                  <a:lnTo>
                    <a:pt x="5954941" y="1661680"/>
                  </a:lnTo>
                  <a:lnTo>
                    <a:pt x="5946902" y="1606651"/>
                  </a:lnTo>
                  <a:lnTo>
                    <a:pt x="5940958" y="1547190"/>
                  </a:lnTo>
                  <a:lnTo>
                    <a:pt x="5931941" y="1431036"/>
                  </a:lnTo>
                  <a:lnTo>
                    <a:pt x="5927153" y="1382331"/>
                  </a:lnTo>
                  <a:lnTo>
                    <a:pt x="5921045" y="1345222"/>
                  </a:lnTo>
                  <a:lnTo>
                    <a:pt x="5912739" y="1323695"/>
                  </a:lnTo>
                  <a:lnTo>
                    <a:pt x="5906732" y="1323873"/>
                  </a:lnTo>
                  <a:lnTo>
                    <a:pt x="5865863" y="1379601"/>
                  </a:lnTo>
                  <a:lnTo>
                    <a:pt x="5845848" y="1413891"/>
                  </a:lnTo>
                  <a:lnTo>
                    <a:pt x="5823242" y="1454683"/>
                  </a:lnTo>
                  <a:lnTo>
                    <a:pt x="5798413" y="1501190"/>
                  </a:lnTo>
                  <a:lnTo>
                    <a:pt x="5771743" y="1552600"/>
                  </a:lnTo>
                  <a:lnTo>
                    <a:pt x="5743575" y="1608099"/>
                  </a:lnTo>
                  <a:lnTo>
                    <a:pt x="5714276" y="1666875"/>
                  </a:lnTo>
                  <a:lnTo>
                    <a:pt x="5684228" y="1728139"/>
                  </a:lnTo>
                  <a:lnTo>
                    <a:pt x="5653786" y="1791081"/>
                  </a:lnTo>
                  <a:lnTo>
                    <a:pt x="5623318" y="1854885"/>
                  </a:lnTo>
                  <a:lnTo>
                    <a:pt x="5593181" y="1918741"/>
                  </a:lnTo>
                  <a:lnTo>
                    <a:pt x="5563755" y="1981860"/>
                  </a:lnTo>
                  <a:lnTo>
                    <a:pt x="5535384" y="2043430"/>
                  </a:lnTo>
                  <a:lnTo>
                    <a:pt x="5508460" y="2102624"/>
                  </a:lnTo>
                  <a:lnTo>
                    <a:pt x="5483326" y="2158669"/>
                  </a:lnTo>
                  <a:lnTo>
                    <a:pt x="5460365" y="2210739"/>
                  </a:lnTo>
                  <a:lnTo>
                    <a:pt x="5439930" y="2258022"/>
                  </a:lnTo>
                  <a:lnTo>
                    <a:pt x="5422392" y="2299728"/>
                  </a:lnTo>
                  <a:lnTo>
                    <a:pt x="5397462" y="2363152"/>
                  </a:lnTo>
                  <a:lnTo>
                    <a:pt x="5388495" y="2394559"/>
                  </a:lnTo>
                  <a:lnTo>
                    <a:pt x="5390870" y="2418804"/>
                  </a:lnTo>
                  <a:lnTo>
                    <a:pt x="5397398" y="2458986"/>
                  </a:lnTo>
                  <a:lnTo>
                    <a:pt x="5407241" y="2511475"/>
                  </a:lnTo>
                  <a:lnTo>
                    <a:pt x="5419547" y="2572613"/>
                  </a:lnTo>
                  <a:lnTo>
                    <a:pt x="5433479" y="2638768"/>
                  </a:lnTo>
                  <a:lnTo>
                    <a:pt x="5448173" y="2706293"/>
                  </a:lnTo>
                  <a:lnTo>
                    <a:pt x="5462778" y="2771533"/>
                  </a:lnTo>
                  <a:lnTo>
                    <a:pt x="5476468" y="2830855"/>
                  </a:lnTo>
                  <a:lnTo>
                    <a:pt x="5488368" y="2880601"/>
                  </a:lnTo>
                  <a:lnTo>
                    <a:pt x="5503443" y="2936824"/>
                  </a:lnTo>
                  <a:lnTo>
                    <a:pt x="5503443" y="2937014"/>
                  </a:lnTo>
                  <a:lnTo>
                    <a:pt x="5820753" y="2615336"/>
                  </a:lnTo>
                  <a:lnTo>
                    <a:pt x="5834545" y="2628950"/>
                  </a:lnTo>
                  <a:lnTo>
                    <a:pt x="5869000" y="2662351"/>
                  </a:lnTo>
                  <a:lnTo>
                    <a:pt x="5913818" y="2704388"/>
                  </a:lnTo>
                  <a:lnTo>
                    <a:pt x="5958649" y="2743924"/>
                  </a:lnTo>
                  <a:lnTo>
                    <a:pt x="5979007" y="2753855"/>
                  </a:lnTo>
                  <a:lnTo>
                    <a:pt x="5999048" y="2749880"/>
                  </a:lnTo>
                  <a:lnTo>
                    <a:pt x="6040323" y="2704947"/>
                  </a:lnTo>
                  <a:lnTo>
                    <a:pt x="6062624" y="2666365"/>
                  </a:lnTo>
                  <a:lnTo>
                    <a:pt x="6086754" y="2618625"/>
                  </a:lnTo>
                  <a:lnTo>
                    <a:pt x="6113234" y="2562898"/>
                  </a:lnTo>
                  <a:lnTo>
                    <a:pt x="6142621" y="2500388"/>
                  </a:lnTo>
                  <a:lnTo>
                    <a:pt x="6162624" y="2461298"/>
                  </a:lnTo>
                  <a:lnTo>
                    <a:pt x="6186525" y="2419312"/>
                  </a:lnTo>
                  <a:lnTo>
                    <a:pt x="6213437" y="2375027"/>
                  </a:lnTo>
                  <a:lnTo>
                    <a:pt x="6242469" y="2329053"/>
                  </a:lnTo>
                  <a:lnTo>
                    <a:pt x="6303391" y="2234552"/>
                  </a:lnTo>
                  <a:lnTo>
                    <a:pt x="6333503" y="2187232"/>
                  </a:lnTo>
                  <a:lnTo>
                    <a:pt x="6362205" y="2140686"/>
                  </a:lnTo>
                  <a:lnTo>
                    <a:pt x="6388621" y="2095525"/>
                  </a:lnTo>
                  <a:lnTo>
                    <a:pt x="6411862" y="2052370"/>
                  </a:lnTo>
                  <a:lnTo>
                    <a:pt x="6431039" y="2011832"/>
                  </a:lnTo>
                  <a:lnTo>
                    <a:pt x="6445275" y="1974519"/>
                  </a:lnTo>
                  <a:lnTo>
                    <a:pt x="6453683" y="1941055"/>
                  </a:lnTo>
                  <a:lnTo>
                    <a:pt x="6455384" y="1912048"/>
                  </a:lnTo>
                  <a:close/>
                </a:path>
                <a:path w="10547985" h="3622040">
                  <a:moveTo>
                    <a:pt x="6869023" y="946823"/>
                  </a:moveTo>
                  <a:lnTo>
                    <a:pt x="6824383" y="841006"/>
                  </a:lnTo>
                  <a:lnTo>
                    <a:pt x="6739699" y="617080"/>
                  </a:lnTo>
                  <a:lnTo>
                    <a:pt x="6657594" y="394868"/>
                  </a:lnTo>
                  <a:lnTo>
                    <a:pt x="6620751" y="294170"/>
                  </a:lnTo>
                  <a:lnTo>
                    <a:pt x="6340234" y="0"/>
                  </a:lnTo>
                  <a:lnTo>
                    <a:pt x="6351219" y="33743"/>
                  </a:lnTo>
                  <a:lnTo>
                    <a:pt x="6373000" y="108013"/>
                  </a:lnTo>
                  <a:lnTo>
                    <a:pt x="6388722" y="182270"/>
                  </a:lnTo>
                  <a:lnTo>
                    <a:pt x="6381572" y="216027"/>
                  </a:lnTo>
                  <a:lnTo>
                    <a:pt x="6354305" y="219951"/>
                  </a:lnTo>
                  <a:lnTo>
                    <a:pt x="6305982" y="230530"/>
                  </a:lnTo>
                  <a:lnTo>
                    <a:pt x="6245364" y="246024"/>
                  </a:lnTo>
                  <a:lnTo>
                    <a:pt x="6181204" y="264642"/>
                  </a:lnTo>
                  <a:lnTo>
                    <a:pt x="6122276" y="284632"/>
                  </a:lnTo>
                  <a:lnTo>
                    <a:pt x="6077343" y="304228"/>
                  </a:lnTo>
                  <a:lnTo>
                    <a:pt x="6055157" y="321678"/>
                  </a:lnTo>
                  <a:lnTo>
                    <a:pt x="6055157" y="321856"/>
                  </a:lnTo>
                  <a:lnTo>
                    <a:pt x="6078105" y="435597"/>
                  </a:lnTo>
                  <a:lnTo>
                    <a:pt x="6124930" y="535101"/>
                  </a:lnTo>
                  <a:lnTo>
                    <a:pt x="6211443" y="625144"/>
                  </a:lnTo>
                  <a:lnTo>
                    <a:pt x="6315202" y="712304"/>
                  </a:lnTo>
                  <a:lnTo>
                    <a:pt x="6399974" y="805497"/>
                  </a:lnTo>
                  <a:lnTo>
                    <a:pt x="6457150" y="879729"/>
                  </a:lnTo>
                  <a:lnTo>
                    <a:pt x="6478117" y="910018"/>
                  </a:lnTo>
                  <a:lnTo>
                    <a:pt x="6657543" y="790536"/>
                  </a:lnTo>
                  <a:lnTo>
                    <a:pt x="6768478" y="872083"/>
                  </a:lnTo>
                  <a:lnTo>
                    <a:pt x="6841820" y="926236"/>
                  </a:lnTo>
                  <a:lnTo>
                    <a:pt x="6869023" y="946823"/>
                  </a:lnTo>
                  <a:close/>
                </a:path>
                <a:path w="10547985" h="3622040">
                  <a:moveTo>
                    <a:pt x="9150299" y="2368372"/>
                  </a:moveTo>
                  <a:lnTo>
                    <a:pt x="9149956" y="2219871"/>
                  </a:lnTo>
                  <a:lnTo>
                    <a:pt x="9137358" y="2224303"/>
                  </a:lnTo>
                  <a:lnTo>
                    <a:pt x="9110129" y="2248509"/>
                  </a:lnTo>
                  <a:lnTo>
                    <a:pt x="9072207" y="2285276"/>
                  </a:lnTo>
                  <a:lnTo>
                    <a:pt x="9027541" y="2327351"/>
                  </a:lnTo>
                  <a:lnTo>
                    <a:pt x="8980068" y="2367483"/>
                  </a:lnTo>
                  <a:lnTo>
                    <a:pt x="8933701" y="2398433"/>
                  </a:lnTo>
                  <a:lnTo>
                    <a:pt x="8892388" y="2412962"/>
                  </a:lnTo>
                  <a:lnTo>
                    <a:pt x="8860104" y="2405748"/>
                  </a:lnTo>
                  <a:lnTo>
                    <a:pt x="8822995" y="2381351"/>
                  </a:lnTo>
                  <a:lnTo>
                    <a:pt x="8783244" y="2344661"/>
                  </a:lnTo>
                  <a:lnTo>
                    <a:pt x="8743048" y="2300605"/>
                  </a:lnTo>
                  <a:lnTo>
                    <a:pt x="8704593" y="2254085"/>
                  </a:lnTo>
                  <a:lnTo>
                    <a:pt x="8670061" y="2210028"/>
                  </a:lnTo>
                  <a:lnTo>
                    <a:pt x="8641639" y="2173338"/>
                  </a:lnTo>
                  <a:lnTo>
                    <a:pt x="8621509" y="2148929"/>
                  </a:lnTo>
                  <a:lnTo>
                    <a:pt x="8572182" y="2187740"/>
                  </a:lnTo>
                  <a:lnTo>
                    <a:pt x="8552383" y="2220849"/>
                  </a:lnTo>
                  <a:lnTo>
                    <a:pt x="8532736" y="2259787"/>
                  </a:lnTo>
                  <a:lnTo>
                    <a:pt x="8513293" y="2303881"/>
                  </a:lnTo>
                  <a:lnTo>
                    <a:pt x="8494166" y="2352446"/>
                  </a:lnTo>
                  <a:lnTo>
                    <a:pt x="8475421" y="2404808"/>
                  </a:lnTo>
                  <a:lnTo>
                    <a:pt x="8457146" y="2460282"/>
                  </a:lnTo>
                  <a:lnTo>
                    <a:pt x="8439404" y="2518181"/>
                  </a:lnTo>
                  <a:lnTo>
                    <a:pt x="8422310" y="2577833"/>
                  </a:lnTo>
                  <a:lnTo>
                    <a:pt x="8405927" y="2638552"/>
                  </a:lnTo>
                  <a:lnTo>
                    <a:pt x="8390331" y="2699664"/>
                  </a:lnTo>
                  <a:lnTo>
                    <a:pt x="8375612" y="2760497"/>
                  </a:lnTo>
                  <a:lnTo>
                    <a:pt x="8361845" y="2820352"/>
                  </a:lnTo>
                  <a:lnTo>
                    <a:pt x="8349120" y="2878556"/>
                  </a:lnTo>
                  <a:lnTo>
                    <a:pt x="8337524" y="2934449"/>
                  </a:lnTo>
                  <a:lnTo>
                    <a:pt x="8327123" y="2987319"/>
                  </a:lnTo>
                  <a:lnTo>
                    <a:pt x="8318005" y="3036506"/>
                  </a:lnTo>
                  <a:lnTo>
                    <a:pt x="8310258" y="3081312"/>
                  </a:lnTo>
                  <a:lnTo>
                    <a:pt x="8303958" y="3121088"/>
                  </a:lnTo>
                  <a:lnTo>
                    <a:pt x="8296021" y="3182759"/>
                  </a:lnTo>
                  <a:lnTo>
                    <a:pt x="8294560" y="3203308"/>
                  </a:lnTo>
                  <a:lnTo>
                    <a:pt x="8338629" y="3271189"/>
                  </a:lnTo>
                  <a:lnTo>
                    <a:pt x="8440026" y="3295154"/>
                  </a:lnTo>
                  <a:lnTo>
                    <a:pt x="8542287" y="3295002"/>
                  </a:lnTo>
                  <a:lnTo>
                    <a:pt x="8588921" y="3290557"/>
                  </a:lnTo>
                  <a:lnTo>
                    <a:pt x="8588273" y="3335807"/>
                  </a:lnTo>
                  <a:lnTo>
                    <a:pt x="8587207" y="3438829"/>
                  </a:lnTo>
                  <a:lnTo>
                    <a:pt x="8587003" y="3550450"/>
                  </a:lnTo>
                  <a:lnTo>
                    <a:pt x="8588921" y="3621519"/>
                  </a:lnTo>
                  <a:lnTo>
                    <a:pt x="8698281" y="3537407"/>
                  </a:lnTo>
                  <a:lnTo>
                    <a:pt x="8880437" y="3365868"/>
                  </a:lnTo>
                  <a:lnTo>
                    <a:pt x="9051366" y="3196933"/>
                  </a:lnTo>
                  <a:lnTo>
                    <a:pt x="9127007" y="3120606"/>
                  </a:lnTo>
                  <a:lnTo>
                    <a:pt x="9131897" y="2982455"/>
                  </a:lnTo>
                  <a:lnTo>
                    <a:pt x="9141968" y="2677134"/>
                  </a:lnTo>
                  <a:lnTo>
                    <a:pt x="9150299" y="2368372"/>
                  </a:lnTo>
                  <a:close/>
                </a:path>
                <a:path w="10547985" h="3622040">
                  <a:moveTo>
                    <a:pt x="10547807" y="1654657"/>
                  </a:moveTo>
                  <a:lnTo>
                    <a:pt x="10497731" y="1613281"/>
                  </a:lnTo>
                  <a:lnTo>
                    <a:pt x="10464114" y="1586763"/>
                  </a:lnTo>
                  <a:lnTo>
                    <a:pt x="10423728" y="1555229"/>
                  </a:lnTo>
                  <a:lnTo>
                    <a:pt x="10377589" y="1519504"/>
                  </a:lnTo>
                  <a:lnTo>
                    <a:pt x="10326713" y="1480375"/>
                  </a:lnTo>
                  <a:lnTo>
                    <a:pt x="10272090" y="1438656"/>
                  </a:lnTo>
                  <a:lnTo>
                    <a:pt x="10214750" y="1395171"/>
                  </a:lnTo>
                  <a:lnTo>
                    <a:pt x="10155707" y="1350721"/>
                  </a:lnTo>
                  <a:lnTo>
                    <a:pt x="10095967" y="1306118"/>
                  </a:lnTo>
                  <a:lnTo>
                    <a:pt x="10036556" y="1262164"/>
                  </a:lnTo>
                  <a:lnTo>
                    <a:pt x="9978466" y="1219682"/>
                  </a:lnTo>
                  <a:lnTo>
                    <a:pt x="9922726" y="1179461"/>
                  </a:lnTo>
                  <a:lnTo>
                    <a:pt x="9870351" y="1142339"/>
                  </a:lnTo>
                  <a:lnTo>
                    <a:pt x="9822332" y="1109103"/>
                  </a:lnTo>
                  <a:lnTo>
                    <a:pt x="9779711" y="1080579"/>
                  </a:lnTo>
                  <a:lnTo>
                    <a:pt x="9743478" y="1057567"/>
                  </a:lnTo>
                  <a:lnTo>
                    <a:pt x="9694253" y="1031316"/>
                  </a:lnTo>
                  <a:lnTo>
                    <a:pt x="9683293" y="1029703"/>
                  </a:lnTo>
                  <a:lnTo>
                    <a:pt x="9568853" y="1135113"/>
                  </a:lnTo>
                  <a:lnTo>
                    <a:pt x="9357398" y="1349082"/>
                  </a:lnTo>
                  <a:lnTo>
                    <a:pt x="9153690" y="1559598"/>
                  </a:lnTo>
                  <a:lnTo>
                    <a:pt x="9062517" y="1654657"/>
                  </a:lnTo>
                  <a:lnTo>
                    <a:pt x="9241942" y="1797100"/>
                  </a:lnTo>
                  <a:lnTo>
                    <a:pt x="9234818" y="1807235"/>
                  </a:lnTo>
                  <a:lnTo>
                    <a:pt x="9222943" y="1836762"/>
                  </a:lnTo>
                  <a:lnTo>
                    <a:pt x="9220568" y="1884400"/>
                  </a:lnTo>
                  <a:lnTo>
                    <a:pt x="9241942" y="1948840"/>
                  </a:lnTo>
                  <a:lnTo>
                    <a:pt x="9266212" y="1986076"/>
                  </a:lnTo>
                  <a:lnTo>
                    <a:pt x="9295790" y="2016569"/>
                  </a:lnTo>
                  <a:lnTo>
                    <a:pt x="9330906" y="2042553"/>
                  </a:lnTo>
                  <a:lnTo>
                    <a:pt x="9371800" y="2066277"/>
                  </a:lnTo>
                  <a:lnTo>
                    <a:pt x="9418714" y="2090000"/>
                  </a:lnTo>
                  <a:lnTo>
                    <a:pt x="9471889" y="2115985"/>
                  </a:lnTo>
                  <a:lnTo>
                    <a:pt x="9531566" y="2146477"/>
                  </a:lnTo>
                  <a:lnTo>
                    <a:pt x="9637484" y="2189480"/>
                  </a:lnTo>
                  <a:lnTo>
                    <a:pt x="9727019" y="2207920"/>
                  </a:lnTo>
                  <a:lnTo>
                    <a:pt x="9788944" y="2211717"/>
                  </a:lnTo>
                  <a:lnTo>
                    <a:pt x="9812083" y="2210765"/>
                  </a:lnTo>
                  <a:lnTo>
                    <a:pt x="9894773" y="2275065"/>
                  </a:lnTo>
                  <a:lnTo>
                    <a:pt x="9998761" y="2180717"/>
                  </a:lnTo>
                  <a:lnTo>
                    <a:pt x="10226484" y="1971763"/>
                  </a:lnTo>
                  <a:lnTo>
                    <a:pt x="10451605" y="1759356"/>
                  </a:lnTo>
                  <a:lnTo>
                    <a:pt x="10547807" y="1654657"/>
                  </a:lnTo>
                  <a:close/>
                </a:path>
              </a:pathLst>
            </a:custGeom>
            <a:solidFill>
              <a:srgbClr val="1F1E2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98799"/>
              <a:ext cx="6253495" cy="3709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35281"/>
              <a:ext cx="2126615" cy="2173605"/>
            </a:xfrm>
            <a:custGeom>
              <a:avLst/>
              <a:gdLst/>
              <a:ahLst/>
              <a:cxnLst/>
              <a:rect l="l" t="t" r="r" b="b"/>
              <a:pathLst>
                <a:path w="2126615" h="2173604">
                  <a:moveTo>
                    <a:pt x="0" y="0"/>
                  </a:moveTo>
                  <a:lnTo>
                    <a:pt x="24621" y="24843"/>
                  </a:lnTo>
                  <a:lnTo>
                    <a:pt x="726489" y="745836"/>
                  </a:lnTo>
                  <a:lnTo>
                    <a:pt x="874033" y="894303"/>
                  </a:lnTo>
                  <a:lnTo>
                    <a:pt x="900932" y="921808"/>
                  </a:lnTo>
                  <a:lnTo>
                    <a:pt x="916109" y="938414"/>
                  </a:lnTo>
                  <a:lnTo>
                    <a:pt x="950047" y="969595"/>
                  </a:lnTo>
                  <a:lnTo>
                    <a:pt x="988711" y="1010079"/>
                  </a:lnTo>
                  <a:lnTo>
                    <a:pt x="1027205" y="1052119"/>
                  </a:lnTo>
                  <a:lnTo>
                    <a:pt x="1060637" y="1087968"/>
                  </a:lnTo>
                  <a:lnTo>
                    <a:pt x="1448081" y="1481733"/>
                  </a:lnTo>
                  <a:lnTo>
                    <a:pt x="1520284" y="1558339"/>
                  </a:lnTo>
                  <a:lnTo>
                    <a:pt x="1570707" y="1610253"/>
                  </a:lnTo>
                  <a:lnTo>
                    <a:pt x="1614582" y="1651836"/>
                  </a:lnTo>
                  <a:lnTo>
                    <a:pt x="1639836" y="1668533"/>
                  </a:lnTo>
                  <a:lnTo>
                    <a:pt x="1654842" y="1692978"/>
                  </a:lnTo>
                  <a:lnTo>
                    <a:pt x="1673675" y="1715246"/>
                  </a:lnTo>
                  <a:lnTo>
                    <a:pt x="1694615" y="1735963"/>
                  </a:lnTo>
                  <a:lnTo>
                    <a:pt x="1715941" y="1755757"/>
                  </a:lnTo>
                  <a:lnTo>
                    <a:pt x="1750881" y="1790302"/>
                  </a:lnTo>
                  <a:lnTo>
                    <a:pt x="1796947" y="1837158"/>
                  </a:lnTo>
                  <a:lnTo>
                    <a:pt x="1841440" y="1884267"/>
                  </a:lnTo>
                  <a:lnTo>
                    <a:pt x="1871659" y="1919573"/>
                  </a:lnTo>
                  <a:lnTo>
                    <a:pt x="1908631" y="1954227"/>
                  </a:lnTo>
                  <a:lnTo>
                    <a:pt x="1944756" y="1990069"/>
                  </a:lnTo>
                  <a:lnTo>
                    <a:pt x="2050380" y="2099093"/>
                  </a:lnTo>
                  <a:lnTo>
                    <a:pt x="2085448" y="2134055"/>
                  </a:lnTo>
                  <a:lnTo>
                    <a:pt x="2120835" y="2167389"/>
                  </a:lnTo>
                  <a:lnTo>
                    <a:pt x="2126148" y="2173275"/>
                  </a:lnTo>
                  <a:lnTo>
                    <a:pt x="0" y="2173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135290"/>
              <a:ext cx="983615" cy="1102995"/>
            </a:xfrm>
            <a:custGeom>
              <a:avLst/>
              <a:gdLst/>
              <a:ahLst/>
              <a:cxnLst/>
              <a:rect l="l" t="t" r="r" b="b"/>
              <a:pathLst>
                <a:path w="983615" h="1102995">
                  <a:moveTo>
                    <a:pt x="0" y="0"/>
                  </a:moveTo>
                  <a:lnTo>
                    <a:pt x="24614" y="24836"/>
                  </a:lnTo>
                  <a:lnTo>
                    <a:pt x="625104" y="642264"/>
                  </a:lnTo>
                  <a:lnTo>
                    <a:pt x="692607" y="711387"/>
                  </a:lnTo>
                  <a:lnTo>
                    <a:pt x="760436" y="780193"/>
                  </a:lnTo>
                  <a:lnTo>
                    <a:pt x="874026" y="894296"/>
                  </a:lnTo>
                  <a:lnTo>
                    <a:pt x="900926" y="921801"/>
                  </a:lnTo>
                  <a:lnTo>
                    <a:pt x="916103" y="938408"/>
                  </a:lnTo>
                  <a:lnTo>
                    <a:pt x="918189" y="942225"/>
                  </a:lnTo>
                  <a:lnTo>
                    <a:pt x="936188" y="967267"/>
                  </a:lnTo>
                  <a:lnTo>
                    <a:pt x="957521" y="991121"/>
                  </a:lnTo>
                  <a:lnTo>
                    <a:pt x="975441" y="1012543"/>
                  </a:lnTo>
                  <a:lnTo>
                    <a:pt x="983198" y="1030287"/>
                  </a:lnTo>
                  <a:lnTo>
                    <a:pt x="969864" y="1046856"/>
                  </a:lnTo>
                  <a:lnTo>
                    <a:pt x="952632" y="1065232"/>
                  </a:lnTo>
                  <a:lnTo>
                    <a:pt x="934288" y="1084240"/>
                  </a:lnTo>
                  <a:lnTo>
                    <a:pt x="917620" y="1102708"/>
                  </a:lnTo>
                  <a:lnTo>
                    <a:pt x="898060" y="1081570"/>
                  </a:lnTo>
                  <a:lnTo>
                    <a:pt x="875045" y="1058123"/>
                  </a:lnTo>
                  <a:lnTo>
                    <a:pt x="850546" y="1037574"/>
                  </a:lnTo>
                  <a:lnTo>
                    <a:pt x="826532" y="1025129"/>
                  </a:lnTo>
                  <a:lnTo>
                    <a:pt x="797485" y="998487"/>
                  </a:lnTo>
                  <a:lnTo>
                    <a:pt x="758352" y="958971"/>
                  </a:lnTo>
                  <a:lnTo>
                    <a:pt x="719690" y="918594"/>
                  </a:lnTo>
                  <a:lnTo>
                    <a:pt x="692057" y="889374"/>
                  </a:lnTo>
                  <a:lnTo>
                    <a:pt x="510402" y="700724"/>
                  </a:lnTo>
                  <a:lnTo>
                    <a:pt x="477275" y="666758"/>
                  </a:lnTo>
                  <a:lnTo>
                    <a:pt x="443734" y="633155"/>
                  </a:lnTo>
                  <a:lnTo>
                    <a:pt x="342397" y="533153"/>
                  </a:lnTo>
                  <a:lnTo>
                    <a:pt x="308972" y="499633"/>
                  </a:lnTo>
                  <a:lnTo>
                    <a:pt x="276019" y="465792"/>
                  </a:lnTo>
                  <a:lnTo>
                    <a:pt x="172222" y="357687"/>
                  </a:lnTo>
                  <a:lnTo>
                    <a:pt x="68238" y="250116"/>
                  </a:lnTo>
                  <a:lnTo>
                    <a:pt x="0" y="180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556" y="10073694"/>
              <a:ext cx="1045120" cy="1076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857" y="11013692"/>
              <a:ext cx="379730" cy="295275"/>
            </a:xfrm>
            <a:custGeom>
              <a:avLst/>
              <a:gdLst/>
              <a:ahLst/>
              <a:cxnLst/>
              <a:rect l="l" t="t" r="r" b="b"/>
              <a:pathLst>
                <a:path w="379730" h="295275">
                  <a:moveTo>
                    <a:pt x="70319" y="0"/>
                  </a:moveTo>
                  <a:lnTo>
                    <a:pt x="95729" y="24598"/>
                  </a:lnTo>
                  <a:lnTo>
                    <a:pt x="108774" y="34307"/>
                  </a:lnTo>
                  <a:lnTo>
                    <a:pt x="124802" y="41162"/>
                  </a:lnTo>
                  <a:lnTo>
                    <a:pt x="161773" y="75816"/>
                  </a:lnTo>
                  <a:lnTo>
                    <a:pt x="197898" y="111659"/>
                  </a:lnTo>
                  <a:lnTo>
                    <a:pt x="233410" y="148126"/>
                  </a:lnTo>
                  <a:lnTo>
                    <a:pt x="268540" y="184655"/>
                  </a:lnTo>
                  <a:lnTo>
                    <a:pt x="303523" y="220682"/>
                  </a:lnTo>
                  <a:lnTo>
                    <a:pt x="338591" y="255644"/>
                  </a:lnTo>
                  <a:lnTo>
                    <a:pt x="373978" y="288978"/>
                  </a:lnTo>
                  <a:lnTo>
                    <a:pt x="379290" y="294863"/>
                  </a:lnTo>
                  <a:lnTo>
                    <a:pt x="197596" y="294863"/>
                  </a:lnTo>
                  <a:lnTo>
                    <a:pt x="155907" y="252765"/>
                  </a:lnTo>
                  <a:lnTo>
                    <a:pt x="119282" y="214669"/>
                  </a:lnTo>
                  <a:lnTo>
                    <a:pt x="83495" y="176079"/>
                  </a:lnTo>
                  <a:lnTo>
                    <a:pt x="48744" y="136888"/>
                  </a:lnTo>
                  <a:lnTo>
                    <a:pt x="38074" y="114618"/>
                  </a:lnTo>
                  <a:lnTo>
                    <a:pt x="29208" y="99588"/>
                  </a:lnTo>
                  <a:lnTo>
                    <a:pt x="17925" y="85934"/>
                  </a:lnTo>
                  <a:lnTo>
                    <a:pt x="0" y="67796"/>
                  </a:lnTo>
                  <a:lnTo>
                    <a:pt x="17202" y="50456"/>
                  </a:lnTo>
                  <a:lnTo>
                    <a:pt x="34662" y="33375"/>
                  </a:lnTo>
                  <a:lnTo>
                    <a:pt x="52370" y="16555"/>
                  </a:lnTo>
                  <a:lnTo>
                    <a:pt x="70319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0821" y="11106690"/>
              <a:ext cx="3636645" cy="201930"/>
            </a:xfrm>
            <a:custGeom>
              <a:avLst/>
              <a:gdLst/>
              <a:ahLst/>
              <a:cxnLst/>
              <a:rect l="l" t="t" r="r" b="b"/>
              <a:pathLst>
                <a:path w="3636645" h="201929">
                  <a:moveTo>
                    <a:pt x="633774" y="0"/>
                  </a:moveTo>
                  <a:lnTo>
                    <a:pt x="1552902" y="2460"/>
                  </a:lnTo>
                  <a:lnTo>
                    <a:pt x="1757050" y="1788"/>
                  </a:lnTo>
                  <a:lnTo>
                    <a:pt x="1910093" y="515"/>
                  </a:lnTo>
                  <a:lnTo>
                    <a:pt x="1963618" y="1635"/>
                  </a:lnTo>
                  <a:lnTo>
                    <a:pt x="2018426" y="2093"/>
                  </a:lnTo>
                  <a:lnTo>
                    <a:pt x="2073923" y="2095"/>
                  </a:lnTo>
                  <a:lnTo>
                    <a:pt x="2184597" y="1553"/>
                  </a:lnTo>
                  <a:lnTo>
                    <a:pt x="2856415" y="401"/>
                  </a:lnTo>
                  <a:lnTo>
                    <a:pt x="2901389" y="1785"/>
                  </a:lnTo>
                  <a:lnTo>
                    <a:pt x="2948906" y="2412"/>
                  </a:lnTo>
                  <a:lnTo>
                    <a:pt x="2998001" y="2475"/>
                  </a:lnTo>
                  <a:lnTo>
                    <a:pt x="3190900" y="941"/>
                  </a:lnTo>
                  <a:lnTo>
                    <a:pt x="3254111" y="854"/>
                  </a:lnTo>
                  <a:lnTo>
                    <a:pt x="3308424" y="1926"/>
                  </a:lnTo>
                  <a:lnTo>
                    <a:pt x="3355293" y="4999"/>
                  </a:lnTo>
                  <a:lnTo>
                    <a:pt x="3396176" y="10914"/>
                  </a:lnTo>
                  <a:lnTo>
                    <a:pt x="3465812" y="34632"/>
                  </a:lnTo>
                  <a:lnTo>
                    <a:pt x="3528985" y="79809"/>
                  </a:lnTo>
                  <a:lnTo>
                    <a:pt x="3561790" y="112546"/>
                  </a:lnTo>
                  <a:lnTo>
                    <a:pt x="3597351" y="153172"/>
                  </a:lnTo>
                  <a:lnTo>
                    <a:pt x="3636591" y="201865"/>
                  </a:lnTo>
                  <a:lnTo>
                    <a:pt x="5310" y="201865"/>
                  </a:lnTo>
                  <a:lnTo>
                    <a:pt x="0" y="195982"/>
                  </a:lnTo>
                  <a:lnTo>
                    <a:pt x="24610" y="158628"/>
                  </a:lnTo>
                  <a:lnTo>
                    <a:pt x="49521" y="119222"/>
                  </a:lnTo>
                  <a:lnTo>
                    <a:pt x="74327" y="78951"/>
                  </a:lnTo>
                  <a:lnTo>
                    <a:pt x="122004" y="553"/>
                  </a:lnTo>
                  <a:lnTo>
                    <a:pt x="173179" y="1249"/>
                  </a:lnTo>
                  <a:lnTo>
                    <a:pt x="224745" y="1396"/>
                  </a:lnTo>
                  <a:lnTo>
                    <a:pt x="429606" y="317"/>
                  </a:lnTo>
                  <a:lnTo>
                    <a:pt x="633774" y="0"/>
                  </a:lnTo>
                  <a:close/>
                </a:path>
              </a:pathLst>
            </a:custGeom>
            <a:solidFill>
              <a:srgbClr val="07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671" y="10680642"/>
              <a:ext cx="3957954" cy="628015"/>
            </a:xfrm>
            <a:custGeom>
              <a:avLst/>
              <a:gdLst/>
              <a:ahLst/>
              <a:cxnLst/>
              <a:rect l="l" t="t" r="r" b="b"/>
              <a:pathLst>
                <a:path w="3957954" h="628015">
                  <a:moveTo>
                    <a:pt x="3245406" y="62"/>
                  </a:moveTo>
                  <a:lnTo>
                    <a:pt x="3298131" y="0"/>
                  </a:lnTo>
                  <a:lnTo>
                    <a:pt x="3352474" y="2010"/>
                  </a:lnTo>
                  <a:lnTo>
                    <a:pt x="3405644" y="7292"/>
                  </a:lnTo>
                  <a:lnTo>
                    <a:pt x="3454852" y="17044"/>
                  </a:lnTo>
                  <a:lnTo>
                    <a:pt x="3497309" y="32465"/>
                  </a:lnTo>
                  <a:lnTo>
                    <a:pt x="3530226" y="54753"/>
                  </a:lnTo>
                  <a:lnTo>
                    <a:pt x="3564962" y="90678"/>
                  </a:lnTo>
                  <a:lnTo>
                    <a:pt x="3598524" y="129928"/>
                  </a:lnTo>
                  <a:lnTo>
                    <a:pt x="3631094" y="171607"/>
                  </a:lnTo>
                  <a:lnTo>
                    <a:pt x="3662857" y="214818"/>
                  </a:lnTo>
                  <a:lnTo>
                    <a:pt x="3693996" y="258667"/>
                  </a:lnTo>
                  <a:lnTo>
                    <a:pt x="3724694" y="302255"/>
                  </a:lnTo>
                  <a:lnTo>
                    <a:pt x="3755136" y="344688"/>
                  </a:lnTo>
                  <a:lnTo>
                    <a:pt x="3785505" y="385070"/>
                  </a:lnTo>
                  <a:lnTo>
                    <a:pt x="3803929" y="409097"/>
                  </a:lnTo>
                  <a:lnTo>
                    <a:pt x="3829425" y="442871"/>
                  </a:lnTo>
                  <a:lnTo>
                    <a:pt x="3853936" y="476138"/>
                  </a:lnTo>
                  <a:lnTo>
                    <a:pt x="3869405" y="498648"/>
                  </a:lnTo>
                  <a:lnTo>
                    <a:pt x="3897607" y="541883"/>
                  </a:lnTo>
                  <a:lnTo>
                    <a:pt x="3926595" y="584158"/>
                  </a:lnTo>
                  <a:lnTo>
                    <a:pt x="3957822" y="627913"/>
                  </a:lnTo>
                  <a:lnTo>
                    <a:pt x="3461766" y="627913"/>
                  </a:lnTo>
                  <a:lnTo>
                    <a:pt x="3422524" y="579217"/>
                  </a:lnTo>
                  <a:lnTo>
                    <a:pt x="3386964" y="538591"/>
                  </a:lnTo>
                  <a:lnTo>
                    <a:pt x="3354158" y="505854"/>
                  </a:lnTo>
                  <a:lnTo>
                    <a:pt x="3322651" y="480162"/>
                  </a:lnTo>
                  <a:lnTo>
                    <a:pt x="3257703" y="446556"/>
                  </a:lnTo>
                  <a:lnTo>
                    <a:pt x="3180466" y="431044"/>
                  </a:lnTo>
                  <a:lnTo>
                    <a:pt x="3133597" y="427971"/>
                  </a:lnTo>
                  <a:lnTo>
                    <a:pt x="3079285" y="426899"/>
                  </a:lnTo>
                  <a:lnTo>
                    <a:pt x="3016073" y="426986"/>
                  </a:lnTo>
                  <a:lnTo>
                    <a:pt x="2823174" y="428520"/>
                  </a:lnTo>
                  <a:lnTo>
                    <a:pt x="2774079" y="428457"/>
                  </a:lnTo>
                  <a:lnTo>
                    <a:pt x="2726562" y="427830"/>
                  </a:lnTo>
                  <a:lnTo>
                    <a:pt x="2681588" y="426446"/>
                  </a:lnTo>
                  <a:lnTo>
                    <a:pt x="2063757" y="427465"/>
                  </a:lnTo>
                  <a:lnTo>
                    <a:pt x="1899095" y="428140"/>
                  </a:lnTo>
                  <a:lnTo>
                    <a:pt x="1843599" y="428138"/>
                  </a:lnTo>
                  <a:lnTo>
                    <a:pt x="1788791" y="427680"/>
                  </a:lnTo>
                  <a:lnTo>
                    <a:pt x="1735266" y="426560"/>
                  </a:lnTo>
                  <a:lnTo>
                    <a:pt x="1691895" y="418281"/>
                  </a:lnTo>
                  <a:lnTo>
                    <a:pt x="1668707" y="381855"/>
                  </a:lnTo>
                  <a:lnTo>
                    <a:pt x="1682791" y="360024"/>
                  </a:lnTo>
                  <a:lnTo>
                    <a:pt x="1711911" y="350793"/>
                  </a:lnTo>
                  <a:lnTo>
                    <a:pt x="1747078" y="348420"/>
                  </a:lnTo>
                  <a:lnTo>
                    <a:pt x="1779302" y="347164"/>
                  </a:lnTo>
                  <a:lnTo>
                    <a:pt x="1730326" y="345892"/>
                  </a:lnTo>
                  <a:lnTo>
                    <a:pt x="1677394" y="345827"/>
                  </a:lnTo>
                  <a:lnTo>
                    <a:pt x="1574304" y="346590"/>
                  </a:lnTo>
                  <a:lnTo>
                    <a:pt x="0" y="346605"/>
                  </a:lnTo>
                  <a:lnTo>
                    <a:pt x="24919" y="304902"/>
                  </a:lnTo>
                  <a:lnTo>
                    <a:pt x="50339" y="263501"/>
                  </a:lnTo>
                  <a:lnTo>
                    <a:pt x="127811" y="140028"/>
                  </a:lnTo>
                  <a:lnTo>
                    <a:pt x="168766" y="74166"/>
                  </a:lnTo>
                  <a:lnTo>
                    <a:pt x="201158" y="26248"/>
                  </a:lnTo>
                  <a:lnTo>
                    <a:pt x="257260" y="951"/>
                  </a:lnTo>
                  <a:lnTo>
                    <a:pt x="300843" y="421"/>
                  </a:lnTo>
                  <a:lnTo>
                    <a:pt x="385027" y="1257"/>
                  </a:lnTo>
                  <a:lnTo>
                    <a:pt x="650515" y="1489"/>
                  </a:lnTo>
                  <a:lnTo>
                    <a:pt x="3155963" y="1612"/>
                  </a:lnTo>
                  <a:lnTo>
                    <a:pt x="3245406" y="62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4382" y="11025010"/>
              <a:ext cx="1367181" cy="841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94303" y="11027024"/>
              <a:ext cx="570865" cy="281940"/>
            </a:xfrm>
            <a:custGeom>
              <a:avLst/>
              <a:gdLst/>
              <a:ahLst/>
              <a:cxnLst/>
              <a:rect l="l" t="t" r="r" b="b"/>
              <a:pathLst>
                <a:path w="570864" h="281940">
                  <a:moveTo>
                    <a:pt x="49099" y="67"/>
                  </a:moveTo>
                  <a:lnTo>
                    <a:pt x="99699" y="0"/>
                  </a:lnTo>
                  <a:lnTo>
                    <a:pt x="150959" y="1630"/>
                  </a:lnTo>
                  <a:lnTo>
                    <a:pt x="202036" y="6037"/>
                  </a:lnTo>
                  <a:lnTo>
                    <a:pt x="252090" y="14299"/>
                  </a:lnTo>
                  <a:lnTo>
                    <a:pt x="300277" y="27494"/>
                  </a:lnTo>
                  <a:lnTo>
                    <a:pt x="345757" y="46700"/>
                  </a:lnTo>
                  <a:lnTo>
                    <a:pt x="387687" y="72995"/>
                  </a:lnTo>
                  <a:lnTo>
                    <a:pt x="425227" y="107458"/>
                  </a:lnTo>
                  <a:lnTo>
                    <a:pt x="470153" y="159748"/>
                  </a:lnTo>
                  <a:lnTo>
                    <a:pt x="502068" y="198020"/>
                  </a:lnTo>
                  <a:lnTo>
                    <a:pt x="538356" y="242061"/>
                  </a:lnTo>
                  <a:lnTo>
                    <a:pt x="570551" y="281531"/>
                  </a:lnTo>
                  <a:lnTo>
                    <a:pt x="463113" y="281531"/>
                  </a:lnTo>
                  <a:lnTo>
                    <a:pt x="423872" y="232836"/>
                  </a:lnTo>
                  <a:lnTo>
                    <a:pt x="388311" y="192210"/>
                  </a:lnTo>
                  <a:lnTo>
                    <a:pt x="355506" y="159473"/>
                  </a:lnTo>
                  <a:lnTo>
                    <a:pt x="323999" y="133782"/>
                  </a:lnTo>
                  <a:lnTo>
                    <a:pt x="259051" y="100175"/>
                  </a:lnTo>
                  <a:lnTo>
                    <a:pt x="181814" y="84663"/>
                  </a:lnTo>
                  <a:lnTo>
                    <a:pt x="134945" y="81590"/>
                  </a:lnTo>
                  <a:lnTo>
                    <a:pt x="80633" y="80518"/>
                  </a:lnTo>
                  <a:lnTo>
                    <a:pt x="17421" y="80605"/>
                  </a:lnTo>
                  <a:lnTo>
                    <a:pt x="23514" y="76826"/>
                  </a:lnTo>
                  <a:lnTo>
                    <a:pt x="28260" y="71226"/>
                  </a:lnTo>
                  <a:lnTo>
                    <a:pt x="30996" y="64597"/>
                  </a:lnTo>
                  <a:lnTo>
                    <a:pt x="37236" y="40494"/>
                  </a:lnTo>
                  <a:lnTo>
                    <a:pt x="33258" y="22895"/>
                  </a:lnTo>
                  <a:lnTo>
                    <a:pt x="20399" y="10186"/>
                  </a:lnTo>
                  <a:lnTo>
                    <a:pt x="0" y="755"/>
                  </a:lnTo>
                  <a:lnTo>
                    <a:pt x="49099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8728230"/>
              <a:ext cx="1736725" cy="2075814"/>
            </a:xfrm>
            <a:custGeom>
              <a:avLst/>
              <a:gdLst/>
              <a:ahLst/>
              <a:cxnLst/>
              <a:rect l="l" t="t" r="r" b="b"/>
              <a:pathLst>
                <a:path w="1736725" h="2075815">
                  <a:moveTo>
                    <a:pt x="0" y="0"/>
                  </a:moveTo>
                  <a:lnTo>
                    <a:pt x="14004" y="14198"/>
                  </a:lnTo>
                  <a:lnTo>
                    <a:pt x="49051" y="49208"/>
                  </a:lnTo>
                  <a:lnTo>
                    <a:pt x="104959" y="104133"/>
                  </a:lnTo>
                  <a:lnTo>
                    <a:pt x="125319" y="124602"/>
                  </a:lnTo>
                  <a:lnTo>
                    <a:pt x="145501" y="145247"/>
                  </a:lnTo>
                  <a:lnTo>
                    <a:pt x="337013" y="343632"/>
                  </a:lnTo>
                  <a:lnTo>
                    <a:pt x="392722" y="402051"/>
                  </a:lnTo>
                  <a:lnTo>
                    <a:pt x="424077" y="433656"/>
                  </a:lnTo>
                  <a:lnTo>
                    <a:pt x="449818" y="457248"/>
                  </a:lnTo>
                  <a:lnTo>
                    <a:pt x="485114" y="494611"/>
                  </a:lnTo>
                  <a:lnTo>
                    <a:pt x="520120" y="529596"/>
                  </a:lnTo>
                  <a:lnTo>
                    <a:pt x="555206" y="563971"/>
                  </a:lnTo>
                  <a:lnTo>
                    <a:pt x="590742" y="599504"/>
                  </a:lnTo>
                  <a:lnTo>
                    <a:pt x="946038" y="965583"/>
                  </a:lnTo>
                  <a:lnTo>
                    <a:pt x="1345052" y="1372113"/>
                  </a:lnTo>
                  <a:lnTo>
                    <a:pt x="1374201" y="1403232"/>
                  </a:lnTo>
                  <a:lnTo>
                    <a:pt x="1415645" y="1447922"/>
                  </a:lnTo>
                  <a:lnTo>
                    <a:pt x="1456929" y="1490934"/>
                  </a:lnTo>
                  <a:lnTo>
                    <a:pt x="1485597" y="1517020"/>
                  </a:lnTo>
                  <a:lnTo>
                    <a:pt x="1514800" y="1549111"/>
                  </a:lnTo>
                  <a:lnTo>
                    <a:pt x="1547369" y="1583914"/>
                  </a:lnTo>
                  <a:lnTo>
                    <a:pt x="1581824" y="1619889"/>
                  </a:lnTo>
                  <a:lnTo>
                    <a:pt x="1616686" y="1655494"/>
                  </a:lnTo>
                  <a:lnTo>
                    <a:pt x="1650475" y="1689191"/>
                  </a:lnTo>
                  <a:lnTo>
                    <a:pt x="1681714" y="1719439"/>
                  </a:lnTo>
                  <a:lnTo>
                    <a:pt x="1711504" y="1763459"/>
                  </a:lnTo>
                  <a:lnTo>
                    <a:pt x="1729196" y="1805198"/>
                  </a:lnTo>
                  <a:lnTo>
                    <a:pt x="1736284" y="1845156"/>
                  </a:lnTo>
                  <a:lnTo>
                    <a:pt x="1734263" y="1883836"/>
                  </a:lnTo>
                  <a:lnTo>
                    <a:pt x="1724629" y="1921738"/>
                  </a:lnTo>
                  <a:lnTo>
                    <a:pt x="1708875" y="1959362"/>
                  </a:lnTo>
                  <a:lnTo>
                    <a:pt x="1688497" y="1997211"/>
                  </a:lnTo>
                  <a:lnTo>
                    <a:pt x="1664988" y="2035784"/>
                  </a:lnTo>
                  <a:lnTo>
                    <a:pt x="1639845" y="2075584"/>
                  </a:lnTo>
                  <a:lnTo>
                    <a:pt x="1614590" y="2058887"/>
                  </a:lnTo>
                  <a:lnTo>
                    <a:pt x="1570715" y="2017304"/>
                  </a:lnTo>
                  <a:lnTo>
                    <a:pt x="1520292" y="1965390"/>
                  </a:lnTo>
                  <a:lnTo>
                    <a:pt x="1448090" y="1888784"/>
                  </a:lnTo>
                  <a:lnTo>
                    <a:pt x="1060645" y="1495019"/>
                  </a:lnTo>
                  <a:lnTo>
                    <a:pt x="1027214" y="1459170"/>
                  </a:lnTo>
                  <a:lnTo>
                    <a:pt x="988719" y="1417130"/>
                  </a:lnTo>
                  <a:lnTo>
                    <a:pt x="950056" y="1376646"/>
                  </a:lnTo>
                  <a:lnTo>
                    <a:pt x="916118" y="1345465"/>
                  </a:lnTo>
                  <a:lnTo>
                    <a:pt x="900941" y="1328859"/>
                  </a:lnTo>
                  <a:lnTo>
                    <a:pt x="874041" y="1301354"/>
                  </a:lnTo>
                  <a:lnTo>
                    <a:pt x="794482" y="1221534"/>
                  </a:lnTo>
                  <a:lnTo>
                    <a:pt x="726497" y="1152887"/>
                  </a:lnTo>
                  <a:lnTo>
                    <a:pt x="658828" y="1083923"/>
                  </a:lnTo>
                  <a:lnTo>
                    <a:pt x="24629" y="431894"/>
                  </a:lnTo>
                  <a:lnTo>
                    <a:pt x="0" y="407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6023" y="9639636"/>
              <a:ext cx="839469" cy="808355"/>
            </a:xfrm>
            <a:custGeom>
              <a:avLst/>
              <a:gdLst/>
              <a:ahLst/>
              <a:cxnLst/>
              <a:rect l="l" t="t" r="r" b="b"/>
              <a:pathLst>
                <a:path w="839469" h="808354">
                  <a:moveTo>
                    <a:pt x="838949" y="761453"/>
                  </a:moveTo>
                  <a:lnTo>
                    <a:pt x="805624" y="705192"/>
                  </a:lnTo>
                  <a:lnTo>
                    <a:pt x="764489" y="661682"/>
                  </a:lnTo>
                  <a:lnTo>
                    <a:pt x="715581" y="612228"/>
                  </a:lnTo>
                  <a:lnTo>
                    <a:pt x="669963" y="566686"/>
                  </a:lnTo>
                  <a:lnTo>
                    <a:pt x="638657" y="534924"/>
                  </a:lnTo>
                  <a:lnTo>
                    <a:pt x="611797" y="505739"/>
                  </a:lnTo>
                  <a:lnTo>
                    <a:pt x="564324" y="458089"/>
                  </a:lnTo>
                  <a:lnTo>
                    <a:pt x="514426" y="409194"/>
                  </a:lnTo>
                  <a:lnTo>
                    <a:pt x="480288" y="376288"/>
                  </a:lnTo>
                  <a:lnTo>
                    <a:pt x="441706" y="338670"/>
                  </a:lnTo>
                  <a:lnTo>
                    <a:pt x="404291" y="300596"/>
                  </a:lnTo>
                  <a:lnTo>
                    <a:pt x="330784" y="223913"/>
                  </a:lnTo>
                  <a:lnTo>
                    <a:pt x="293598" y="185724"/>
                  </a:lnTo>
                  <a:lnTo>
                    <a:pt x="255384" y="147929"/>
                  </a:lnTo>
                  <a:lnTo>
                    <a:pt x="227431" y="118656"/>
                  </a:lnTo>
                  <a:lnTo>
                    <a:pt x="198983" y="86741"/>
                  </a:lnTo>
                  <a:lnTo>
                    <a:pt x="170053" y="56007"/>
                  </a:lnTo>
                  <a:lnTo>
                    <a:pt x="140690" y="30251"/>
                  </a:lnTo>
                  <a:lnTo>
                    <a:pt x="129870" y="22123"/>
                  </a:lnTo>
                  <a:lnTo>
                    <a:pt x="122097" y="15900"/>
                  </a:lnTo>
                  <a:lnTo>
                    <a:pt x="114617" y="9283"/>
                  </a:lnTo>
                  <a:lnTo>
                    <a:pt x="104648" y="0"/>
                  </a:lnTo>
                  <a:lnTo>
                    <a:pt x="82410" y="20967"/>
                  </a:lnTo>
                  <a:lnTo>
                    <a:pt x="56819" y="40678"/>
                  </a:lnTo>
                  <a:lnTo>
                    <a:pt x="28994" y="53594"/>
                  </a:lnTo>
                  <a:lnTo>
                    <a:pt x="0" y="54178"/>
                  </a:lnTo>
                  <a:lnTo>
                    <a:pt x="399021" y="460717"/>
                  </a:lnTo>
                  <a:lnTo>
                    <a:pt x="428167" y="491832"/>
                  </a:lnTo>
                  <a:lnTo>
                    <a:pt x="469607" y="536524"/>
                  </a:lnTo>
                  <a:lnTo>
                    <a:pt x="510895" y="579539"/>
                  </a:lnTo>
                  <a:lnTo>
                    <a:pt x="539559" y="605624"/>
                  </a:lnTo>
                  <a:lnTo>
                    <a:pt x="568769" y="637717"/>
                  </a:lnTo>
                  <a:lnTo>
                    <a:pt x="601332" y="672515"/>
                  </a:lnTo>
                  <a:lnTo>
                    <a:pt x="635787" y="708494"/>
                  </a:lnTo>
                  <a:lnTo>
                    <a:pt x="670648" y="744093"/>
                  </a:lnTo>
                  <a:lnTo>
                    <a:pt x="704443" y="777798"/>
                  </a:lnTo>
                  <a:lnTo>
                    <a:pt x="735672" y="808037"/>
                  </a:lnTo>
                  <a:lnTo>
                    <a:pt x="761961" y="805434"/>
                  </a:lnTo>
                  <a:lnTo>
                    <a:pt x="794054" y="796582"/>
                  </a:lnTo>
                  <a:lnTo>
                    <a:pt x="822782" y="781824"/>
                  </a:lnTo>
                  <a:lnTo>
                    <a:pt x="838949" y="761453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2" y="8620425"/>
              <a:ext cx="1050925" cy="1073785"/>
            </a:xfrm>
            <a:custGeom>
              <a:avLst/>
              <a:gdLst/>
              <a:ahLst/>
              <a:cxnLst/>
              <a:rect l="l" t="t" r="r" b="b"/>
              <a:pathLst>
                <a:path w="1050925" h="1073784">
                  <a:moveTo>
                    <a:pt x="0" y="0"/>
                  </a:moveTo>
                  <a:lnTo>
                    <a:pt x="33508" y="26133"/>
                  </a:lnTo>
                  <a:lnTo>
                    <a:pt x="65951" y="54798"/>
                  </a:lnTo>
                  <a:lnTo>
                    <a:pt x="106232" y="91307"/>
                  </a:lnTo>
                  <a:lnTo>
                    <a:pt x="152383" y="133745"/>
                  </a:lnTo>
                  <a:lnTo>
                    <a:pt x="202438" y="180197"/>
                  </a:lnTo>
                  <a:lnTo>
                    <a:pt x="254430" y="228747"/>
                  </a:lnTo>
                  <a:lnTo>
                    <a:pt x="496946" y="456839"/>
                  </a:lnTo>
                  <a:lnTo>
                    <a:pt x="507438" y="466442"/>
                  </a:lnTo>
                  <a:lnTo>
                    <a:pt x="543083" y="497196"/>
                  </a:lnTo>
                  <a:lnTo>
                    <a:pt x="578438" y="528956"/>
                  </a:lnTo>
                  <a:lnTo>
                    <a:pt x="613461" y="561538"/>
                  </a:lnTo>
                  <a:lnTo>
                    <a:pt x="648113" y="594757"/>
                  </a:lnTo>
                  <a:lnTo>
                    <a:pt x="682351" y="628428"/>
                  </a:lnTo>
                  <a:lnTo>
                    <a:pt x="716134" y="662367"/>
                  </a:lnTo>
                  <a:lnTo>
                    <a:pt x="749422" y="696389"/>
                  </a:lnTo>
                  <a:lnTo>
                    <a:pt x="782172" y="730309"/>
                  </a:lnTo>
                  <a:lnTo>
                    <a:pt x="817757" y="768268"/>
                  </a:lnTo>
                  <a:lnTo>
                    <a:pt x="887065" y="844434"/>
                  </a:lnTo>
                  <a:lnTo>
                    <a:pt x="922418" y="882159"/>
                  </a:lnTo>
                  <a:lnTo>
                    <a:pt x="959323" y="919323"/>
                  </a:lnTo>
                  <a:lnTo>
                    <a:pt x="982248" y="943805"/>
                  </a:lnTo>
                  <a:lnTo>
                    <a:pt x="1003178" y="968809"/>
                  </a:lnTo>
                  <a:lnTo>
                    <a:pt x="1025023" y="994039"/>
                  </a:lnTo>
                  <a:lnTo>
                    <a:pt x="1050695" y="1019198"/>
                  </a:lnTo>
                  <a:lnTo>
                    <a:pt x="1028456" y="1040173"/>
                  </a:lnTo>
                  <a:lnTo>
                    <a:pt x="1002870" y="1059882"/>
                  </a:lnTo>
                  <a:lnTo>
                    <a:pt x="975034" y="1072796"/>
                  </a:lnTo>
                  <a:lnTo>
                    <a:pt x="946046" y="1073386"/>
                  </a:lnTo>
                  <a:lnTo>
                    <a:pt x="590750" y="707307"/>
                  </a:lnTo>
                  <a:lnTo>
                    <a:pt x="555214" y="671774"/>
                  </a:lnTo>
                  <a:lnTo>
                    <a:pt x="520128" y="637399"/>
                  </a:lnTo>
                  <a:lnTo>
                    <a:pt x="485122" y="602413"/>
                  </a:lnTo>
                  <a:lnTo>
                    <a:pt x="449826" y="565051"/>
                  </a:lnTo>
                  <a:lnTo>
                    <a:pt x="436145" y="551081"/>
                  </a:lnTo>
                  <a:lnTo>
                    <a:pt x="410834" y="526210"/>
                  </a:lnTo>
                  <a:lnTo>
                    <a:pt x="287324" y="406490"/>
                  </a:lnTo>
                  <a:lnTo>
                    <a:pt x="187550" y="309391"/>
                  </a:lnTo>
                  <a:lnTo>
                    <a:pt x="139096" y="261747"/>
                  </a:lnTo>
                  <a:lnTo>
                    <a:pt x="94559" y="217415"/>
                  </a:lnTo>
                  <a:lnTo>
                    <a:pt x="56160" y="178423"/>
                  </a:lnTo>
                  <a:lnTo>
                    <a:pt x="26119" y="146803"/>
                  </a:lnTo>
                  <a:lnTo>
                    <a:pt x="0" y="113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854" y="10372546"/>
              <a:ext cx="244475" cy="518795"/>
            </a:xfrm>
            <a:custGeom>
              <a:avLst/>
              <a:gdLst/>
              <a:ahLst/>
              <a:cxnLst/>
              <a:rect l="l" t="t" r="r" b="b"/>
              <a:pathLst>
                <a:path w="244475" h="518795">
                  <a:moveTo>
                    <a:pt x="134143" y="0"/>
                  </a:moveTo>
                  <a:lnTo>
                    <a:pt x="177888" y="43107"/>
                  </a:lnTo>
                  <a:lnTo>
                    <a:pt x="209936" y="84071"/>
                  </a:lnTo>
                  <a:lnTo>
                    <a:pt x="231126" y="123564"/>
                  </a:lnTo>
                  <a:lnTo>
                    <a:pt x="242295" y="162257"/>
                  </a:lnTo>
                  <a:lnTo>
                    <a:pt x="244281" y="200824"/>
                  </a:lnTo>
                  <a:lnTo>
                    <a:pt x="237922" y="239936"/>
                  </a:lnTo>
                  <a:lnTo>
                    <a:pt x="224058" y="280265"/>
                  </a:lnTo>
                  <a:lnTo>
                    <a:pt x="203525" y="322485"/>
                  </a:lnTo>
                  <a:lnTo>
                    <a:pt x="177162" y="367267"/>
                  </a:lnTo>
                  <a:lnTo>
                    <a:pt x="111934" y="467006"/>
                  </a:lnTo>
                  <a:lnTo>
                    <a:pt x="76104" y="518491"/>
                  </a:lnTo>
                  <a:lnTo>
                    <a:pt x="54778" y="498697"/>
                  </a:lnTo>
                  <a:lnTo>
                    <a:pt x="33838" y="477980"/>
                  </a:lnTo>
                  <a:lnTo>
                    <a:pt x="15005" y="455713"/>
                  </a:lnTo>
                  <a:lnTo>
                    <a:pt x="0" y="431267"/>
                  </a:lnTo>
                  <a:lnTo>
                    <a:pt x="25143" y="391468"/>
                  </a:lnTo>
                  <a:lnTo>
                    <a:pt x="48651" y="352894"/>
                  </a:lnTo>
                  <a:lnTo>
                    <a:pt x="69030" y="315046"/>
                  </a:lnTo>
                  <a:lnTo>
                    <a:pt x="84784" y="277421"/>
                  </a:lnTo>
                  <a:lnTo>
                    <a:pt x="94418" y="239519"/>
                  </a:lnTo>
                  <a:lnTo>
                    <a:pt x="96439" y="200840"/>
                  </a:lnTo>
                  <a:lnTo>
                    <a:pt x="89350" y="160881"/>
                  </a:lnTo>
                  <a:lnTo>
                    <a:pt x="71659" y="119142"/>
                  </a:lnTo>
                  <a:lnTo>
                    <a:pt x="41869" y="75122"/>
                  </a:lnTo>
                  <a:lnTo>
                    <a:pt x="68147" y="72512"/>
                  </a:lnTo>
                  <a:lnTo>
                    <a:pt x="100245" y="63667"/>
                  </a:lnTo>
                  <a:lnTo>
                    <a:pt x="128973" y="48903"/>
                  </a:lnTo>
                  <a:lnTo>
                    <a:pt x="145143" y="28535"/>
                  </a:lnTo>
                  <a:lnTo>
                    <a:pt x="144925" y="22014"/>
                  </a:lnTo>
                  <a:lnTo>
                    <a:pt x="141972" y="14376"/>
                  </a:lnTo>
                  <a:lnTo>
                    <a:pt x="134143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5067" y="11177433"/>
              <a:ext cx="1998980" cy="131445"/>
            </a:xfrm>
            <a:custGeom>
              <a:avLst/>
              <a:gdLst/>
              <a:ahLst/>
              <a:cxnLst/>
              <a:rect l="l" t="t" r="r" b="b"/>
              <a:pathLst>
                <a:path w="1998979" h="131445">
                  <a:moveTo>
                    <a:pt x="51530" y="38"/>
                  </a:moveTo>
                  <a:lnTo>
                    <a:pt x="110394" y="0"/>
                  </a:lnTo>
                  <a:lnTo>
                    <a:pt x="223068" y="1284"/>
                  </a:lnTo>
                  <a:lnTo>
                    <a:pt x="326190" y="1342"/>
                  </a:lnTo>
                  <a:lnTo>
                    <a:pt x="480873" y="1966"/>
                  </a:lnTo>
                  <a:lnTo>
                    <a:pt x="635550" y="3233"/>
                  </a:lnTo>
                  <a:lnTo>
                    <a:pt x="656066" y="6223"/>
                  </a:lnTo>
                  <a:lnTo>
                    <a:pt x="699899" y="7755"/>
                  </a:lnTo>
                  <a:lnTo>
                    <a:pt x="759772" y="8206"/>
                  </a:lnTo>
                  <a:lnTo>
                    <a:pt x="828406" y="7954"/>
                  </a:lnTo>
                  <a:lnTo>
                    <a:pt x="962846" y="6847"/>
                  </a:lnTo>
                  <a:lnTo>
                    <a:pt x="1014096" y="6748"/>
                  </a:lnTo>
                  <a:lnTo>
                    <a:pt x="1044996" y="7454"/>
                  </a:lnTo>
                  <a:lnTo>
                    <a:pt x="1094941" y="6055"/>
                  </a:lnTo>
                  <a:lnTo>
                    <a:pt x="1145496" y="5267"/>
                  </a:lnTo>
                  <a:lnTo>
                    <a:pt x="1196557" y="4991"/>
                  </a:lnTo>
                  <a:lnTo>
                    <a:pt x="1248024" y="5129"/>
                  </a:lnTo>
                  <a:lnTo>
                    <a:pt x="1299792" y="5581"/>
                  </a:lnTo>
                  <a:lnTo>
                    <a:pt x="1455884" y="7838"/>
                  </a:lnTo>
                  <a:lnTo>
                    <a:pt x="1559575" y="9108"/>
                  </a:lnTo>
                  <a:lnTo>
                    <a:pt x="1611002" y="9377"/>
                  </a:lnTo>
                  <a:lnTo>
                    <a:pt x="1662013" y="9270"/>
                  </a:lnTo>
                  <a:lnTo>
                    <a:pt x="1712506" y="8688"/>
                  </a:lnTo>
                  <a:lnTo>
                    <a:pt x="1762377" y="7534"/>
                  </a:lnTo>
                  <a:lnTo>
                    <a:pt x="1811525" y="5708"/>
                  </a:lnTo>
                  <a:lnTo>
                    <a:pt x="1855188" y="12061"/>
                  </a:lnTo>
                  <a:lnTo>
                    <a:pt x="1892751" y="26147"/>
                  </a:lnTo>
                  <a:lnTo>
                    <a:pt x="1926210" y="48552"/>
                  </a:lnTo>
                  <a:lnTo>
                    <a:pt x="1957560" y="79859"/>
                  </a:lnTo>
                  <a:lnTo>
                    <a:pt x="1987912" y="117020"/>
                  </a:lnTo>
                  <a:lnTo>
                    <a:pt x="1998527" y="131122"/>
                  </a:lnTo>
                  <a:lnTo>
                    <a:pt x="88416" y="131122"/>
                  </a:lnTo>
                  <a:lnTo>
                    <a:pt x="57190" y="87368"/>
                  </a:lnTo>
                  <a:lnTo>
                    <a:pt x="28202" y="45094"/>
                  </a:lnTo>
                  <a:lnTo>
                    <a:pt x="0" y="1858"/>
                  </a:lnTo>
                  <a:lnTo>
                    <a:pt x="5153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1315" y="11171517"/>
              <a:ext cx="1151262" cy="1370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7202" y="11271421"/>
              <a:ext cx="28575" cy="37465"/>
            </a:xfrm>
            <a:custGeom>
              <a:avLst/>
              <a:gdLst/>
              <a:ahLst/>
              <a:cxnLst/>
              <a:rect l="l" t="t" r="r" b="b"/>
              <a:pathLst>
                <a:path w="28575" h="37465">
                  <a:moveTo>
                    <a:pt x="11199" y="0"/>
                  </a:moveTo>
                  <a:lnTo>
                    <a:pt x="27831" y="35354"/>
                  </a:lnTo>
                  <a:lnTo>
                    <a:pt x="28363" y="37135"/>
                  </a:lnTo>
                  <a:lnTo>
                    <a:pt x="3280" y="37135"/>
                  </a:lnTo>
                  <a:lnTo>
                    <a:pt x="0" y="16406"/>
                  </a:lnTo>
                  <a:lnTo>
                    <a:pt x="2478" y="9795"/>
                  </a:lnTo>
                  <a:lnTo>
                    <a:pt x="3903" y="6442"/>
                  </a:lnTo>
                  <a:lnTo>
                    <a:pt x="6177" y="3970"/>
                  </a:lnTo>
                  <a:lnTo>
                    <a:pt x="11199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566" y="8414274"/>
              <a:ext cx="3461257" cy="18901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6826760"/>
              <a:ext cx="1582420" cy="1652270"/>
            </a:xfrm>
            <a:custGeom>
              <a:avLst/>
              <a:gdLst/>
              <a:ahLst/>
              <a:cxnLst/>
              <a:rect l="l" t="t" r="r" b="b"/>
              <a:pathLst>
                <a:path w="1582420" h="1652270">
                  <a:moveTo>
                    <a:pt x="0" y="0"/>
                  </a:moveTo>
                  <a:lnTo>
                    <a:pt x="690801" y="693538"/>
                  </a:lnTo>
                  <a:lnTo>
                    <a:pt x="758726" y="760631"/>
                  </a:lnTo>
                  <a:lnTo>
                    <a:pt x="792171" y="794344"/>
                  </a:lnTo>
                  <a:lnTo>
                    <a:pt x="824858" y="829023"/>
                  </a:lnTo>
                  <a:lnTo>
                    <a:pt x="856477" y="865312"/>
                  </a:lnTo>
                  <a:lnTo>
                    <a:pt x="867974" y="876139"/>
                  </a:lnTo>
                  <a:lnTo>
                    <a:pt x="882912" y="887797"/>
                  </a:lnTo>
                  <a:lnTo>
                    <a:pt x="897138" y="899405"/>
                  </a:lnTo>
                  <a:lnTo>
                    <a:pt x="906502" y="910083"/>
                  </a:lnTo>
                  <a:lnTo>
                    <a:pt x="941464" y="945369"/>
                  </a:lnTo>
                  <a:lnTo>
                    <a:pt x="976383" y="981112"/>
                  </a:lnTo>
                  <a:lnTo>
                    <a:pt x="1116261" y="1125956"/>
                  </a:lnTo>
                  <a:lnTo>
                    <a:pt x="1151436" y="1161960"/>
                  </a:lnTo>
                  <a:lnTo>
                    <a:pt x="1186756" y="1197611"/>
                  </a:lnTo>
                  <a:lnTo>
                    <a:pt x="1222252" y="1232775"/>
                  </a:lnTo>
                  <a:lnTo>
                    <a:pt x="1296823" y="1305724"/>
                  </a:lnTo>
                  <a:lnTo>
                    <a:pt x="1371296" y="1379089"/>
                  </a:lnTo>
                  <a:lnTo>
                    <a:pt x="1408254" y="1416056"/>
                  </a:lnTo>
                  <a:lnTo>
                    <a:pt x="1444897" y="1453279"/>
                  </a:lnTo>
                  <a:lnTo>
                    <a:pt x="1481130" y="1490811"/>
                  </a:lnTo>
                  <a:lnTo>
                    <a:pt x="1516854" y="1528700"/>
                  </a:lnTo>
                  <a:lnTo>
                    <a:pt x="1530164" y="1541999"/>
                  </a:lnTo>
                  <a:lnTo>
                    <a:pt x="1565745" y="1576723"/>
                  </a:lnTo>
                  <a:lnTo>
                    <a:pt x="1582403" y="1608810"/>
                  </a:lnTo>
                  <a:lnTo>
                    <a:pt x="1581968" y="1615456"/>
                  </a:lnTo>
                  <a:lnTo>
                    <a:pt x="1577927" y="1625379"/>
                  </a:lnTo>
                  <a:lnTo>
                    <a:pt x="1563143" y="1632471"/>
                  </a:lnTo>
                  <a:lnTo>
                    <a:pt x="1540153" y="1633962"/>
                  </a:lnTo>
                  <a:lnTo>
                    <a:pt x="1530036" y="1641046"/>
                  </a:lnTo>
                  <a:lnTo>
                    <a:pt x="1530084" y="1651738"/>
                  </a:lnTo>
                  <a:lnTo>
                    <a:pt x="1512575" y="1638032"/>
                  </a:lnTo>
                  <a:lnTo>
                    <a:pt x="1504999" y="1634187"/>
                  </a:lnTo>
                  <a:lnTo>
                    <a:pt x="1436906" y="1576469"/>
                  </a:lnTo>
                  <a:lnTo>
                    <a:pt x="1392086" y="1530861"/>
                  </a:lnTo>
                  <a:lnTo>
                    <a:pt x="1330600" y="1467679"/>
                  </a:lnTo>
                  <a:lnTo>
                    <a:pt x="1035382" y="1171356"/>
                  </a:lnTo>
                  <a:lnTo>
                    <a:pt x="997058" y="1132006"/>
                  </a:lnTo>
                  <a:lnTo>
                    <a:pt x="959988" y="1093119"/>
                  </a:lnTo>
                  <a:lnTo>
                    <a:pt x="922492" y="1054272"/>
                  </a:lnTo>
                  <a:lnTo>
                    <a:pt x="882888" y="1015045"/>
                  </a:lnTo>
                  <a:lnTo>
                    <a:pt x="867645" y="1001063"/>
                  </a:lnTo>
                  <a:lnTo>
                    <a:pt x="842133" y="975312"/>
                  </a:lnTo>
                  <a:lnTo>
                    <a:pt x="800098" y="931833"/>
                  </a:lnTo>
                  <a:lnTo>
                    <a:pt x="610999" y="741672"/>
                  </a:lnTo>
                  <a:lnTo>
                    <a:pt x="538430" y="668950"/>
                  </a:lnTo>
                  <a:lnTo>
                    <a:pt x="429945" y="559416"/>
                  </a:lnTo>
                  <a:lnTo>
                    <a:pt x="0" y="121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888" y="7736842"/>
              <a:ext cx="699514" cy="7416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686" y="10216865"/>
              <a:ext cx="2146935" cy="970280"/>
            </a:xfrm>
            <a:custGeom>
              <a:avLst/>
              <a:gdLst/>
              <a:ahLst/>
              <a:cxnLst/>
              <a:rect l="l" t="t" r="r" b="b"/>
              <a:pathLst>
                <a:path w="2146934" h="970279">
                  <a:moveTo>
                    <a:pt x="155381" y="0"/>
                  </a:moveTo>
                  <a:lnTo>
                    <a:pt x="208243" y="887"/>
                  </a:lnTo>
                  <a:lnTo>
                    <a:pt x="256714" y="7550"/>
                  </a:lnTo>
                  <a:lnTo>
                    <a:pt x="301229" y="19496"/>
                  </a:lnTo>
                  <a:lnTo>
                    <a:pt x="342226" y="36232"/>
                  </a:lnTo>
                  <a:lnTo>
                    <a:pt x="380142" y="57265"/>
                  </a:lnTo>
                  <a:lnTo>
                    <a:pt x="415411" y="82102"/>
                  </a:lnTo>
                  <a:lnTo>
                    <a:pt x="448472" y="110249"/>
                  </a:lnTo>
                  <a:lnTo>
                    <a:pt x="479760" y="141214"/>
                  </a:lnTo>
                  <a:lnTo>
                    <a:pt x="509713" y="174503"/>
                  </a:lnTo>
                  <a:lnTo>
                    <a:pt x="538766" y="209623"/>
                  </a:lnTo>
                  <a:lnTo>
                    <a:pt x="567356" y="246081"/>
                  </a:lnTo>
                  <a:lnTo>
                    <a:pt x="624895" y="321039"/>
                  </a:lnTo>
                  <a:lnTo>
                    <a:pt x="938260" y="713494"/>
                  </a:lnTo>
                  <a:lnTo>
                    <a:pt x="970917" y="754043"/>
                  </a:lnTo>
                  <a:lnTo>
                    <a:pt x="1037688" y="836333"/>
                  </a:lnTo>
                  <a:lnTo>
                    <a:pt x="1070925" y="877755"/>
                  </a:lnTo>
                  <a:lnTo>
                    <a:pt x="1103476" y="919149"/>
                  </a:lnTo>
                  <a:lnTo>
                    <a:pt x="1134904" y="960357"/>
                  </a:lnTo>
                  <a:lnTo>
                    <a:pt x="1180756" y="962106"/>
                  </a:lnTo>
                  <a:lnTo>
                    <a:pt x="1228835" y="962911"/>
                  </a:lnTo>
                  <a:lnTo>
                    <a:pt x="1278083" y="963050"/>
                  </a:lnTo>
                  <a:lnTo>
                    <a:pt x="1422237" y="962244"/>
                  </a:lnTo>
                  <a:lnTo>
                    <a:pt x="1885388" y="962538"/>
                  </a:lnTo>
                  <a:lnTo>
                    <a:pt x="1988411" y="961696"/>
                  </a:lnTo>
                  <a:lnTo>
                    <a:pt x="2053974" y="961736"/>
                  </a:lnTo>
                  <a:lnTo>
                    <a:pt x="2111224" y="963027"/>
                  </a:lnTo>
                  <a:lnTo>
                    <a:pt x="2146901" y="966274"/>
                  </a:lnTo>
                  <a:lnTo>
                    <a:pt x="2097753" y="968100"/>
                  </a:lnTo>
                  <a:lnTo>
                    <a:pt x="2047882" y="969254"/>
                  </a:lnTo>
                  <a:lnTo>
                    <a:pt x="1997389" y="969836"/>
                  </a:lnTo>
                  <a:lnTo>
                    <a:pt x="1946378" y="969943"/>
                  </a:lnTo>
                  <a:lnTo>
                    <a:pt x="1894951" y="969674"/>
                  </a:lnTo>
                  <a:lnTo>
                    <a:pt x="1843211" y="969128"/>
                  </a:lnTo>
                  <a:lnTo>
                    <a:pt x="1635168" y="966147"/>
                  </a:lnTo>
                  <a:lnTo>
                    <a:pt x="1583400" y="965695"/>
                  </a:lnTo>
                  <a:lnTo>
                    <a:pt x="1531934" y="965557"/>
                  </a:lnTo>
                  <a:lnTo>
                    <a:pt x="1480872" y="965833"/>
                  </a:lnTo>
                  <a:lnTo>
                    <a:pt x="1430317" y="966621"/>
                  </a:lnTo>
                  <a:lnTo>
                    <a:pt x="1380372" y="968019"/>
                  </a:lnTo>
                  <a:lnTo>
                    <a:pt x="1349472" y="967314"/>
                  </a:lnTo>
                  <a:lnTo>
                    <a:pt x="1298222" y="967413"/>
                  </a:lnTo>
                  <a:lnTo>
                    <a:pt x="1163782" y="968520"/>
                  </a:lnTo>
                  <a:lnTo>
                    <a:pt x="1095148" y="968772"/>
                  </a:lnTo>
                  <a:lnTo>
                    <a:pt x="1035275" y="968321"/>
                  </a:lnTo>
                  <a:lnTo>
                    <a:pt x="991442" y="966789"/>
                  </a:lnTo>
                  <a:lnTo>
                    <a:pt x="970926" y="963799"/>
                  </a:lnTo>
                  <a:lnTo>
                    <a:pt x="1030629" y="963387"/>
                  </a:lnTo>
                  <a:lnTo>
                    <a:pt x="996448" y="922883"/>
                  </a:lnTo>
                  <a:lnTo>
                    <a:pt x="962671" y="881353"/>
                  </a:lnTo>
                  <a:lnTo>
                    <a:pt x="895916" y="797317"/>
                  </a:lnTo>
                  <a:lnTo>
                    <a:pt x="862734" y="755861"/>
                  </a:lnTo>
                  <a:lnTo>
                    <a:pt x="597616" y="428076"/>
                  </a:lnTo>
                  <a:lnTo>
                    <a:pt x="502960" y="308468"/>
                  </a:lnTo>
                  <a:lnTo>
                    <a:pt x="471087" y="268954"/>
                  </a:lnTo>
                  <a:lnTo>
                    <a:pt x="438618" y="229788"/>
                  </a:lnTo>
                  <a:lnTo>
                    <a:pt x="405292" y="191072"/>
                  </a:lnTo>
                  <a:lnTo>
                    <a:pt x="366585" y="153270"/>
                  </a:lnTo>
                  <a:lnTo>
                    <a:pt x="326619" y="125510"/>
                  </a:lnTo>
                  <a:lnTo>
                    <a:pt x="285258" y="106268"/>
                  </a:lnTo>
                  <a:lnTo>
                    <a:pt x="242361" y="94022"/>
                  </a:lnTo>
                  <a:lnTo>
                    <a:pt x="197791" y="87251"/>
                  </a:lnTo>
                  <a:lnTo>
                    <a:pt x="151408" y="84430"/>
                  </a:lnTo>
                  <a:lnTo>
                    <a:pt x="103075" y="84038"/>
                  </a:lnTo>
                  <a:lnTo>
                    <a:pt x="52651" y="84552"/>
                  </a:lnTo>
                  <a:lnTo>
                    <a:pt x="0" y="84449"/>
                  </a:lnTo>
                  <a:lnTo>
                    <a:pt x="31142" y="80330"/>
                  </a:lnTo>
                  <a:lnTo>
                    <a:pt x="63377" y="78408"/>
                  </a:lnTo>
                  <a:lnTo>
                    <a:pt x="93893" y="76096"/>
                  </a:lnTo>
                  <a:lnTo>
                    <a:pt x="119879" y="70803"/>
                  </a:lnTo>
                  <a:lnTo>
                    <a:pt x="99645" y="70327"/>
                  </a:lnTo>
                  <a:lnTo>
                    <a:pt x="89468" y="69252"/>
                  </a:lnTo>
                  <a:lnTo>
                    <a:pt x="80466" y="66843"/>
                  </a:lnTo>
                  <a:lnTo>
                    <a:pt x="90502" y="51581"/>
                  </a:lnTo>
                  <a:lnTo>
                    <a:pt x="119794" y="24412"/>
                  </a:lnTo>
                  <a:lnTo>
                    <a:pt x="128097" y="10441"/>
                  </a:lnTo>
                  <a:lnTo>
                    <a:pt x="115213" y="6458"/>
                  </a:lnTo>
                  <a:lnTo>
                    <a:pt x="155381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4378" y="10212272"/>
              <a:ext cx="1210695" cy="914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55604" y="8992025"/>
              <a:ext cx="10516235" cy="21590"/>
            </a:xfrm>
            <a:custGeom>
              <a:avLst/>
              <a:gdLst/>
              <a:ahLst/>
              <a:cxnLst/>
              <a:rect l="l" t="t" r="r" b="b"/>
              <a:pathLst>
                <a:path w="10516235" h="21590">
                  <a:moveTo>
                    <a:pt x="234770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347709" y="13970"/>
                  </a:lnTo>
                  <a:lnTo>
                    <a:pt x="2347709" y="7620"/>
                  </a:lnTo>
                  <a:lnTo>
                    <a:pt x="2347709" y="0"/>
                  </a:lnTo>
                  <a:close/>
                </a:path>
                <a:path w="10516235" h="21590">
                  <a:moveTo>
                    <a:pt x="10516159" y="7404"/>
                  </a:moveTo>
                  <a:lnTo>
                    <a:pt x="8168437" y="7404"/>
                  </a:lnTo>
                  <a:lnTo>
                    <a:pt x="8168437" y="15024"/>
                  </a:lnTo>
                  <a:lnTo>
                    <a:pt x="8168437" y="21374"/>
                  </a:lnTo>
                  <a:lnTo>
                    <a:pt x="10516159" y="21374"/>
                  </a:lnTo>
                  <a:lnTo>
                    <a:pt x="10516159" y="15024"/>
                  </a:lnTo>
                  <a:lnTo>
                    <a:pt x="10516159" y="7404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367" y="6924446"/>
              <a:ext cx="5357372" cy="365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513" y="987418"/>
              <a:ext cx="2005330" cy="1596390"/>
            </a:xfrm>
            <a:custGeom>
              <a:avLst/>
              <a:gdLst/>
              <a:ahLst/>
              <a:cxnLst/>
              <a:rect l="l" t="t" r="r" b="b"/>
              <a:pathLst>
                <a:path w="2005329" h="1596389">
                  <a:moveTo>
                    <a:pt x="2004961" y="31369"/>
                  </a:moveTo>
                  <a:lnTo>
                    <a:pt x="2002548" y="22593"/>
                  </a:lnTo>
                  <a:lnTo>
                    <a:pt x="1996897" y="14465"/>
                  </a:lnTo>
                  <a:lnTo>
                    <a:pt x="1989658" y="6946"/>
                  </a:lnTo>
                  <a:lnTo>
                    <a:pt x="1982457" y="0"/>
                  </a:lnTo>
                  <a:lnTo>
                    <a:pt x="1973986" y="0"/>
                  </a:lnTo>
                  <a:lnTo>
                    <a:pt x="1960753" y="4356"/>
                  </a:lnTo>
                  <a:lnTo>
                    <a:pt x="1937753" y="10198"/>
                  </a:lnTo>
                  <a:lnTo>
                    <a:pt x="1897316" y="19710"/>
                  </a:lnTo>
                  <a:lnTo>
                    <a:pt x="1729511" y="61595"/>
                  </a:lnTo>
                  <a:lnTo>
                    <a:pt x="861949" y="277431"/>
                  </a:lnTo>
                  <a:lnTo>
                    <a:pt x="650582" y="331355"/>
                  </a:lnTo>
                  <a:lnTo>
                    <a:pt x="567296" y="351828"/>
                  </a:lnTo>
                  <a:lnTo>
                    <a:pt x="539648" y="358952"/>
                  </a:lnTo>
                  <a:lnTo>
                    <a:pt x="511606" y="370611"/>
                  </a:lnTo>
                  <a:lnTo>
                    <a:pt x="485432" y="388137"/>
                  </a:lnTo>
                  <a:lnTo>
                    <a:pt x="436664" y="427939"/>
                  </a:lnTo>
                  <a:lnTo>
                    <a:pt x="197040" y="615099"/>
                  </a:lnTo>
                  <a:lnTo>
                    <a:pt x="146329" y="655624"/>
                  </a:lnTo>
                  <a:lnTo>
                    <a:pt x="117627" y="677900"/>
                  </a:lnTo>
                  <a:lnTo>
                    <a:pt x="96862" y="692391"/>
                  </a:lnTo>
                  <a:lnTo>
                    <a:pt x="78955" y="696531"/>
                  </a:lnTo>
                  <a:lnTo>
                    <a:pt x="59588" y="707199"/>
                  </a:lnTo>
                  <a:lnTo>
                    <a:pt x="42799" y="721461"/>
                  </a:lnTo>
                  <a:lnTo>
                    <a:pt x="32639" y="736358"/>
                  </a:lnTo>
                  <a:lnTo>
                    <a:pt x="27305" y="744537"/>
                  </a:lnTo>
                  <a:lnTo>
                    <a:pt x="24930" y="748474"/>
                  </a:lnTo>
                  <a:lnTo>
                    <a:pt x="18072" y="755307"/>
                  </a:lnTo>
                  <a:lnTo>
                    <a:pt x="7353" y="799045"/>
                  </a:lnTo>
                  <a:lnTo>
                    <a:pt x="3987" y="809929"/>
                  </a:lnTo>
                  <a:lnTo>
                    <a:pt x="0" y="865543"/>
                  </a:lnTo>
                  <a:lnTo>
                    <a:pt x="495" y="918870"/>
                  </a:lnTo>
                  <a:lnTo>
                    <a:pt x="6096" y="1027925"/>
                  </a:lnTo>
                  <a:lnTo>
                    <a:pt x="6705" y="1067206"/>
                  </a:lnTo>
                  <a:lnTo>
                    <a:pt x="7442" y="1089228"/>
                  </a:lnTo>
                  <a:lnTo>
                    <a:pt x="8940" y="1102842"/>
                  </a:lnTo>
                  <a:lnTo>
                    <a:pt x="13131" y="1105103"/>
                  </a:lnTo>
                  <a:lnTo>
                    <a:pt x="14998" y="1106652"/>
                  </a:lnTo>
                  <a:lnTo>
                    <a:pt x="18186" y="1110195"/>
                  </a:lnTo>
                  <a:lnTo>
                    <a:pt x="25095" y="1111199"/>
                  </a:lnTo>
                  <a:lnTo>
                    <a:pt x="33235" y="1112824"/>
                  </a:lnTo>
                  <a:lnTo>
                    <a:pt x="40716" y="1114729"/>
                  </a:lnTo>
                  <a:lnTo>
                    <a:pt x="47840" y="1117600"/>
                  </a:lnTo>
                  <a:lnTo>
                    <a:pt x="54851" y="1122133"/>
                  </a:lnTo>
                  <a:lnTo>
                    <a:pt x="66141" y="1127963"/>
                  </a:lnTo>
                  <a:lnTo>
                    <a:pt x="95300" y="1120178"/>
                  </a:lnTo>
                  <a:lnTo>
                    <a:pt x="130035" y="1111377"/>
                  </a:lnTo>
                  <a:lnTo>
                    <a:pt x="164033" y="1102156"/>
                  </a:lnTo>
                  <a:lnTo>
                    <a:pt x="210464" y="1140625"/>
                  </a:lnTo>
                  <a:lnTo>
                    <a:pt x="229565" y="1188326"/>
                  </a:lnTo>
                  <a:lnTo>
                    <a:pt x="248323" y="1236154"/>
                  </a:lnTo>
                  <a:lnTo>
                    <a:pt x="266725" y="1284135"/>
                  </a:lnTo>
                  <a:lnTo>
                    <a:pt x="299859" y="1368920"/>
                  </a:lnTo>
                  <a:lnTo>
                    <a:pt x="316204" y="1411668"/>
                  </a:lnTo>
                  <a:lnTo>
                    <a:pt x="331736" y="1454124"/>
                  </a:lnTo>
                  <a:lnTo>
                    <a:pt x="337477" y="1467713"/>
                  </a:lnTo>
                  <a:lnTo>
                    <a:pt x="352679" y="1508645"/>
                  </a:lnTo>
                  <a:lnTo>
                    <a:pt x="357886" y="1521371"/>
                  </a:lnTo>
                  <a:lnTo>
                    <a:pt x="368566" y="1546567"/>
                  </a:lnTo>
                  <a:lnTo>
                    <a:pt x="373481" y="1559458"/>
                  </a:lnTo>
                  <a:lnTo>
                    <a:pt x="407835" y="1595589"/>
                  </a:lnTo>
                  <a:lnTo>
                    <a:pt x="430237" y="1596390"/>
                  </a:lnTo>
                  <a:lnTo>
                    <a:pt x="472478" y="1590548"/>
                  </a:lnTo>
                  <a:lnTo>
                    <a:pt x="541286" y="1573250"/>
                  </a:lnTo>
                  <a:lnTo>
                    <a:pt x="581380" y="1560728"/>
                  </a:lnTo>
                  <a:lnTo>
                    <a:pt x="624725" y="1545882"/>
                  </a:lnTo>
                  <a:lnTo>
                    <a:pt x="670928" y="1528902"/>
                  </a:lnTo>
                  <a:lnTo>
                    <a:pt x="719569" y="1509979"/>
                  </a:lnTo>
                  <a:lnTo>
                    <a:pt x="770280" y="1489303"/>
                  </a:lnTo>
                  <a:lnTo>
                    <a:pt x="822629" y="1467078"/>
                  </a:lnTo>
                  <a:lnTo>
                    <a:pt x="876223" y="1443469"/>
                  </a:lnTo>
                  <a:lnTo>
                    <a:pt x="930668" y="1418691"/>
                  </a:lnTo>
                  <a:lnTo>
                    <a:pt x="985558" y="1392923"/>
                  </a:lnTo>
                  <a:lnTo>
                    <a:pt x="1040485" y="1366367"/>
                  </a:lnTo>
                  <a:lnTo>
                    <a:pt x="1095057" y="1339215"/>
                  </a:lnTo>
                  <a:lnTo>
                    <a:pt x="1148867" y="1311643"/>
                  </a:lnTo>
                  <a:lnTo>
                    <a:pt x="1201508" y="1283855"/>
                  </a:lnTo>
                  <a:lnTo>
                    <a:pt x="1252588" y="1256042"/>
                  </a:lnTo>
                  <a:lnTo>
                    <a:pt x="1301699" y="1228382"/>
                  </a:lnTo>
                  <a:lnTo>
                    <a:pt x="1348447" y="1201089"/>
                  </a:lnTo>
                  <a:lnTo>
                    <a:pt x="1392415" y="1174343"/>
                  </a:lnTo>
                  <a:lnTo>
                    <a:pt x="1433220" y="1148346"/>
                  </a:lnTo>
                  <a:lnTo>
                    <a:pt x="1470456" y="1123264"/>
                  </a:lnTo>
                  <a:lnTo>
                    <a:pt x="1503705" y="1099312"/>
                  </a:lnTo>
                  <a:lnTo>
                    <a:pt x="1556689" y="1055547"/>
                  </a:lnTo>
                  <a:lnTo>
                    <a:pt x="1585239" y="1023391"/>
                  </a:lnTo>
                  <a:lnTo>
                    <a:pt x="1593672" y="1011478"/>
                  </a:lnTo>
                  <a:lnTo>
                    <a:pt x="1590725" y="1004836"/>
                  </a:lnTo>
                  <a:lnTo>
                    <a:pt x="1587893" y="999070"/>
                  </a:lnTo>
                  <a:lnTo>
                    <a:pt x="1581200" y="987107"/>
                  </a:lnTo>
                  <a:lnTo>
                    <a:pt x="1565160" y="957922"/>
                  </a:lnTo>
                  <a:lnTo>
                    <a:pt x="1531391" y="900023"/>
                  </a:lnTo>
                  <a:lnTo>
                    <a:pt x="1514868" y="871232"/>
                  </a:lnTo>
                  <a:lnTo>
                    <a:pt x="1488617" y="828395"/>
                  </a:lnTo>
                  <a:lnTo>
                    <a:pt x="1461833" y="783704"/>
                  </a:lnTo>
                  <a:lnTo>
                    <a:pt x="1434858" y="737806"/>
                  </a:lnTo>
                  <a:lnTo>
                    <a:pt x="1407998" y="691337"/>
                  </a:lnTo>
                  <a:lnTo>
                    <a:pt x="1381569" y="644969"/>
                  </a:lnTo>
                  <a:lnTo>
                    <a:pt x="1355902" y="599351"/>
                  </a:lnTo>
                  <a:lnTo>
                    <a:pt x="1331315" y="555129"/>
                  </a:lnTo>
                  <a:lnTo>
                    <a:pt x="1349413" y="541883"/>
                  </a:lnTo>
                  <a:lnTo>
                    <a:pt x="1368158" y="527164"/>
                  </a:lnTo>
                  <a:lnTo>
                    <a:pt x="1404683" y="497916"/>
                  </a:lnTo>
                  <a:lnTo>
                    <a:pt x="1541208" y="392252"/>
                  </a:lnTo>
                  <a:lnTo>
                    <a:pt x="1903704" y="112712"/>
                  </a:lnTo>
                  <a:lnTo>
                    <a:pt x="1958505" y="71539"/>
                  </a:lnTo>
                  <a:lnTo>
                    <a:pt x="1989569" y="46850"/>
                  </a:lnTo>
                  <a:lnTo>
                    <a:pt x="2004961" y="31369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2369" y="1858647"/>
              <a:ext cx="1063625" cy="543560"/>
            </a:xfrm>
            <a:custGeom>
              <a:avLst/>
              <a:gdLst/>
              <a:ahLst/>
              <a:cxnLst/>
              <a:rect l="l" t="t" r="r" b="b"/>
              <a:pathLst>
                <a:path w="1063625" h="543560">
                  <a:moveTo>
                    <a:pt x="997017" y="0"/>
                  </a:moveTo>
                  <a:lnTo>
                    <a:pt x="965744" y="3055"/>
                  </a:lnTo>
                  <a:lnTo>
                    <a:pt x="922963" y="9479"/>
                  </a:lnTo>
                  <a:lnTo>
                    <a:pt x="880809" y="17598"/>
                  </a:lnTo>
                  <a:lnTo>
                    <a:pt x="851418" y="25735"/>
                  </a:lnTo>
                  <a:lnTo>
                    <a:pt x="811090" y="36230"/>
                  </a:lnTo>
                  <a:lnTo>
                    <a:pt x="764263" y="55308"/>
                  </a:lnTo>
                  <a:lnTo>
                    <a:pt x="713874" y="80576"/>
                  </a:lnTo>
                  <a:lnTo>
                    <a:pt x="662860" y="109641"/>
                  </a:lnTo>
                  <a:lnTo>
                    <a:pt x="614158" y="140112"/>
                  </a:lnTo>
                  <a:lnTo>
                    <a:pt x="570704" y="169595"/>
                  </a:lnTo>
                  <a:lnTo>
                    <a:pt x="535434" y="195698"/>
                  </a:lnTo>
                  <a:lnTo>
                    <a:pt x="506325" y="221160"/>
                  </a:lnTo>
                  <a:lnTo>
                    <a:pt x="475436" y="250414"/>
                  </a:lnTo>
                  <a:lnTo>
                    <a:pt x="443272" y="278571"/>
                  </a:lnTo>
                  <a:lnTo>
                    <a:pt x="410339" y="300744"/>
                  </a:lnTo>
                  <a:lnTo>
                    <a:pt x="375179" y="313872"/>
                  </a:lnTo>
                  <a:lnTo>
                    <a:pt x="336187" y="321374"/>
                  </a:lnTo>
                  <a:lnTo>
                    <a:pt x="296719" y="326461"/>
                  </a:lnTo>
                  <a:lnTo>
                    <a:pt x="260129" y="332347"/>
                  </a:lnTo>
                  <a:lnTo>
                    <a:pt x="214200" y="344494"/>
                  </a:lnTo>
                  <a:lnTo>
                    <a:pt x="165799" y="361217"/>
                  </a:lnTo>
                  <a:lnTo>
                    <a:pt x="117372" y="381391"/>
                  </a:lnTo>
                  <a:lnTo>
                    <a:pt x="71365" y="403892"/>
                  </a:lnTo>
                  <a:lnTo>
                    <a:pt x="30223" y="427595"/>
                  </a:lnTo>
                  <a:lnTo>
                    <a:pt x="23653" y="436039"/>
                  </a:lnTo>
                  <a:lnTo>
                    <a:pt x="15052" y="441108"/>
                  </a:lnTo>
                  <a:lnTo>
                    <a:pt x="6481" y="445409"/>
                  </a:lnTo>
                  <a:lnTo>
                    <a:pt x="0" y="451550"/>
                  </a:lnTo>
                  <a:lnTo>
                    <a:pt x="11975" y="468574"/>
                  </a:lnTo>
                  <a:lnTo>
                    <a:pt x="20911" y="486245"/>
                  </a:lnTo>
                  <a:lnTo>
                    <a:pt x="28053" y="504813"/>
                  </a:lnTo>
                  <a:lnTo>
                    <a:pt x="36691" y="530735"/>
                  </a:lnTo>
                  <a:lnTo>
                    <a:pt x="39738" y="542188"/>
                  </a:lnTo>
                  <a:lnTo>
                    <a:pt x="45827" y="543380"/>
                  </a:lnTo>
                  <a:lnTo>
                    <a:pt x="58472" y="536944"/>
                  </a:lnTo>
                  <a:lnTo>
                    <a:pt x="70496" y="528971"/>
                  </a:lnTo>
                  <a:lnTo>
                    <a:pt x="81559" y="523150"/>
                  </a:lnTo>
                  <a:lnTo>
                    <a:pt x="91320" y="523172"/>
                  </a:lnTo>
                  <a:lnTo>
                    <a:pt x="172927" y="483443"/>
                  </a:lnTo>
                  <a:lnTo>
                    <a:pt x="214312" y="465864"/>
                  </a:lnTo>
                  <a:lnTo>
                    <a:pt x="258714" y="451683"/>
                  </a:lnTo>
                  <a:lnTo>
                    <a:pt x="312433" y="440954"/>
                  </a:lnTo>
                  <a:lnTo>
                    <a:pt x="363449" y="433339"/>
                  </a:lnTo>
                  <a:lnTo>
                    <a:pt x="413822" y="422543"/>
                  </a:lnTo>
                  <a:lnTo>
                    <a:pt x="465611" y="402271"/>
                  </a:lnTo>
                  <a:lnTo>
                    <a:pt x="505393" y="377622"/>
                  </a:lnTo>
                  <a:lnTo>
                    <a:pt x="538716" y="349848"/>
                  </a:lnTo>
                  <a:lnTo>
                    <a:pt x="569668" y="320354"/>
                  </a:lnTo>
                  <a:lnTo>
                    <a:pt x="602339" y="290543"/>
                  </a:lnTo>
                  <a:lnTo>
                    <a:pt x="642122" y="258689"/>
                  </a:lnTo>
                  <a:lnTo>
                    <a:pt x="686461" y="226963"/>
                  </a:lnTo>
                  <a:lnTo>
                    <a:pt x="733956" y="197179"/>
                  </a:lnTo>
                  <a:lnTo>
                    <a:pt x="783204" y="171152"/>
                  </a:lnTo>
                  <a:lnTo>
                    <a:pt x="832804" y="150696"/>
                  </a:lnTo>
                  <a:lnTo>
                    <a:pt x="881353" y="137625"/>
                  </a:lnTo>
                  <a:lnTo>
                    <a:pt x="928624" y="130692"/>
                  </a:lnTo>
                  <a:lnTo>
                    <a:pt x="972438" y="125141"/>
                  </a:lnTo>
                  <a:lnTo>
                    <a:pt x="1016209" y="120393"/>
                  </a:lnTo>
                  <a:lnTo>
                    <a:pt x="1063351" y="115866"/>
                  </a:lnTo>
                  <a:lnTo>
                    <a:pt x="1047308" y="86681"/>
                  </a:lnTo>
                  <a:lnTo>
                    <a:pt x="1013533" y="28794"/>
                  </a:lnTo>
                  <a:lnTo>
                    <a:pt x="997017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3797" y="1858648"/>
              <a:ext cx="211933" cy="1376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6252" y="2286244"/>
              <a:ext cx="277427" cy="2606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54517" y="1714847"/>
              <a:ext cx="45085" cy="384175"/>
            </a:xfrm>
            <a:custGeom>
              <a:avLst/>
              <a:gdLst/>
              <a:ahLst/>
              <a:cxnLst/>
              <a:rect l="l" t="t" r="r" b="b"/>
              <a:pathLst>
                <a:path w="45085" h="384175">
                  <a:moveTo>
                    <a:pt x="43321" y="0"/>
                  </a:moveTo>
                  <a:lnTo>
                    <a:pt x="39894" y="4406"/>
                  </a:lnTo>
                  <a:lnTo>
                    <a:pt x="38239" y="7079"/>
                  </a:lnTo>
                  <a:lnTo>
                    <a:pt x="32641" y="8919"/>
                  </a:lnTo>
                  <a:lnTo>
                    <a:pt x="27301" y="17098"/>
                  </a:lnTo>
                  <a:lnTo>
                    <a:pt x="24929" y="21042"/>
                  </a:lnTo>
                  <a:lnTo>
                    <a:pt x="18081" y="27876"/>
                  </a:lnTo>
                  <a:lnTo>
                    <a:pt x="7351" y="71613"/>
                  </a:lnTo>
                  <a:lnTo>
                    <a:pt x="3989" y="82488"/>
                  </a:lnTo>
                  <a:lnTo>
                    <a:pt x="0" y="138105"/>
                  </a:lnTo>
                  <a:lnTo>
                    <a:pt x="501" y="191438"/>
                  </a:lnTo>
                  <a:lnTo>
                    <a:pt x="6095" y="300484"/>
                  </a:lnTo>
                  <a:lnTo>
                    <a:pt x="6713" y="339770"/>
                  </a:lnTo>
                  <a:lnTo>
                    <a:pt x="7445" y="361792"/>
                  </a:lnTo>
                  <a:lnTo>
                    <a:pt x="8940" y="375412"/>
                  </a:lnTo>
                  <a:lnTo>
                    <a:pt x="13140" y="377671"/>
                  </a:lnTo>
                  <a:lnTo>
                    <a:pt x="14998" y="379215"/>
                  </a:lnTo>
                  <a:lnTo>
                    <a:pt x="18185" y="382762"/>
                  </a:lnTo>
                  <a:lnTo>
                    <a:pt x="25097" y="383758"/>
                  </a:lnTo>
                  <a:lnTo>
                    <a:pt x="20277" y="328642"/>
                  </a:lnTo>
                  <a:lnTo>
                    <a:pt x="16927" y="273426"/>
                  </a:lnTo>
                  <a:lnTo>
                    <a:pt x="15049" y="218141"/>
                  </a:lnTo>
                  <a:lnTo>
                    <a:pt x="14642" y="162816"/>
                  </a:lnTo>
                  <a:lnTo>
                    <a:pt x="14690" y="121202"/>
                  </a:lnTo>
                  <a:lnTo>
                    <a:pt x="16833" y="91522"/>
                  </a:lnTo>
                  <a:lnTo>
                    <a:pt x="23916" y="62782"/>
                  </a:lnTo>
                  <a:lnTo>
                    <a:pt x="38787" y="23987"/>
                  </a:lnTo>
                  <a:lnTo>
                    <a:pt x="37450" y="19054"/>
                  </a:lnTo>
                  <a:lnTo>
                    <a:pt x="41123" y="14869"/>
                  </a:lnTo>
                  <a:lnTo>
                    <a:pt x="44762" y="9246"/>
                  </a:lnTo>
                  <a:lnTo>
                    <a:pt x="43321" y="0"/>
                  </a:lnTo>
                  <a:close/>
                </a:path>
              </a:pathLst>
            </a:custGeom>
            <a:solidFill>
              <a:srgbClr val="E2B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63899" y="1679809"/>
              <a:ext cx="363220" cy="1397000"/>
            </a:xfrm>
            <a:custGeom>
              <a:avLst/>
              <a:gdLst/>
              <a:ahLst/>
              <a:cxnLst/>
              <a:rect l="l" t="t" r="r" b="b"/>
              <a:pathLst>
                <a:path w="363220" h="1397000">
                  <a:moveTo>
                    <a:pt x="287477" y="0"/>
                  </a:moveTo>
                  <a:lnTo>
                    <a:pt x="269570" y="4140"/>
                  </a:lnTo>
                  <a:lnTo>
                    <a:pt x="250202" y="14808"/>
                  </a:lnTo>
                  <a:lnTo>
                    <a:pt x="233413" y="29070"/>
                  </a:lnTo>
                  <a:lnTo>
                    <a:pt x="223253" y="43967"/>
                  </a:lnTo>
                  <a:lnTo>
                    <a:pt x="228841" y="42125"/>
                  </a:lnTo>
                  <a:lnTo>
                    <a:pt x="230505" y="39446"/>
                  </a:lnTo>
                  <a:lnTo>
                    <a:pt x="233934" y="35039"/>
                  </a:lnTo>
                  <a:lnTo>
                    <a:pt x="235369" y="44297"/>
                  </a:lnTo>
                  <a:lnTo>
                    <a:pt x="231724" y="49911"/>
                  </a:lnTo>
                  <a:lnTo>
                    <a:pt x="228053" y="54102"/>
                  </a:lnTo>
                  <a:lnTo>
                    <a:pt x="229400" y="59029"/>
                  </a:lnTo>
                  <a:lnTo>
                    <a:pt x="232029" y="56959"/>
                  </a:lnTo>
                  <a:lnTo>
                    <a:pt x="237947" y="47828"/>
                  </a:lnTo>
                  <a:lnTo>
                    <a:pt x="240855" y="44716"/>
                  </a:lnTo>
                  <a:lnTo>
                    <a:pt x="252133" y="33223"/>
                  </a:lnTo>
                  <a:lnTo>
                    <a:pt x="263842" y="22021"/>
                  </a:lnTo>
                  <a:lnTo>
                    <a:pt x="287477" y="0"/>
                  </a:lnTo>
                  <a:close/>
                </a:path>
                <a:path w="363220" h="1397000">
                  <a:moveTo>
                    <a:pt x="362839" y="1075829"/>
                  </a:moveTo>
                  <a:lnTo>
                    <a:pt x="360057" y="1002017"/>
                  </a:lnTo>
                  <a:lnTo>
                    <a:pt x="350875" y="928484"/>
                  </a:lnTo>
                  <a:lnTo>
                    <a:pt x="342366" y="884440"/>
                  </a:lnTo>
                  <a:lnTo>
                    <a:pt x="330644" y="840740"/>
                  </a:lnTo>
                  <a:lnTo>
                    <a:pt x="317868" y="797217"/>
                  </a:lnTo>
                  <a:lnTo>
                    <a:pt x="306184" y="753694"/>
                  </a:lnTo>
                  <a:lnTo>
                    <a:pt x="285038" y="660400"/>
                  </a:lnTo>
                  <a:lnTo>
                    <a:pt x="278422" y="629119"/>
                  </a:lnTo>
                  <a:lnTo>
                    <a:pt x="274332" y="612609"/>
                  </a:lnTo>
                  <a:lnTo>
                    <a:pt x="269849" y="599211"/>
                  </a:lnTo>
                  <a:lnTo>
                    <a:pt x="269671" y="595591"/>
                  </a:lnTo>
                  <a:lnTo>
                    <a:pt x="271272" y="591705"/>
                  </a:lnTo>
                  <a:lnTo>
                    <a:pt x="272427" y="588149"/>
                  </a:lnTo>
                  <a:lnTo>
                    <a:pt x="267182" y="585000"/>
                  </a:lnTo>
                  <a:lnTo>
                    <a:pt x="264541" y="585241"/>
                  </a:lnTo>
                  <a:lnTo>
                    <a:pt x="258572" y="584885"/>
                  </a:lnTo>
                  <a:lnTo>
                    <a:pt x="237274" y="590486"/>
                  </a:lnTo>
                  <a:lnTo>
                    <a:pt x="206629" y="589953"/>
                  </a:lnTo>
                  <a:lnTo>
                    <a:pt x="175577" y="586867"/>
                  </a:lnTo>
                  <a:lnTo>
                    <a:pt x="153098" y="584847"/>
                  </a:lnTo>
                  <a:lnTo>
                    <a:pt x="149656" y="585431"/>
                  </a:lnTo>
                  <a:lnTo>
                    <a:pt x="154927" y="594017"/>
                  </a:lnTo>
                  <a:lnTo>
                    <a:pt x="156832" y="594321"/>
                  </a:lnTo>
                  <a:lnTo>
                    <a:pt x="155219" y="605078"/>
                  </a:lnTo>
                  <a:lnTo>
                    <a:pt x="152260" y="620356"/>
                  </a:lnTo>
                  <a:lnTo>
                    <a:pt x="148348" y="635342"/>
                  </a:lnTo>
                  <a:lnTo>
                    <a:pt x="139941" y="665200"/>
                  </a:lnTo>
                  <a:lnTo>
                    <a:pt x="134137" y="681418"/>
                  </a:lnTo>
                  <a:lnTo>
                    <a:pt x="129247" y="698474"/>
                  </a:lnTo>
                  <a:lnTo>
                    <a:pt x="124625" y="715556"/>
                  </a:lnTo>
                  <a:lnTo>
                    <a:pt x="119608" y="731862"/>
                  </a:lnTo>
                  <a:lnTo>
                    <a:pt x="104775" y="778332"/>
                  </a:lnTo>
                  <a:lnTo>
                    <a:pt x="92659" y="824306"/>
                  </a:lnTo>
                  <a:lnTo>
                    <a:pt x="83146" y="870267"/>
                  </a:lnTo>
                  <a:lnTo>
                    <a:pt x="76073" y="916673"/>
                  </a:lnTo>
                  <a:lnTo>
                    <a:pt x="71348" y="963993"/>
                  </a:lnTo>
                  <a:lnTo>
                    <a:pt x="68808" y="1012710"/>
                  </a:lnTo>
                  <a:lnTo>
                    <a:pt x="67932" y="1043127"/>
                  </a:lnTo>
                  <a:lnTo>
                    <a:pt x="66560" y="1076807"/>
                  </a:lnTo>
                  <a:lnTo>
                    <a:pt x="60109" y="1140333"/>
                  </a:lnTo>
                  <a:lnTo>
                    <a:pt x="49466" y="1195235"/>
                  </a:lnTo>
                  <a:lnTo>
                    <a:pt x="36931" y="1249781"/>
                  </a:lnTo>
                  <a:lnTo>
                    <a:pt x="21094" y="1303324"/>
                  </a:lnTo>
                  <a:lnTo>
                    <a:pt x="0" y="1356309"/>
                  </a:lnTo>
                  <a:lnTo>
                    <a:pt x="1892" y="1358887"/>
                  </a:lnTo>
                  <a:lnTo>
                    <a:pt x="69596" y="1384338"/>
                  </a:lnTo>
                  <a:lnTo>
                    <a:pt x="141808" y="1393596"/>
                  </a:lnTo>
                  <a:lnTo>
                    <a:pt x="182308" y="1395222"/>
                  </a:lnTo>
                  <a:lnTo>
                    <a:pt x="225171" y="1396403"/>
                  </a:lnTo>
                  <a:lnTo>
                    <a:pt x="267779" y="1395780"/>
                  </a:lnTo>
                  <a:lnTo>
                    <a:pt x="307505" y="1392008"/>
                  </a:lnTo>
                  <a:lnTo>
                    <a:pt x="330327" y="1356855"/>
                  </a:lnTo>
                  <a:lnTo>
                    <a:pt x="335610" y="1307846"/>
                  </a:lnTo>
                  <a:lnTo>
                    <a:pt x="339750" y="1285278"/>
                  </a:lnTo>
                  <a:lnTo>
                    <a:pt x="351472" y="1232446"/>
                  </a:lnTo>
                  <a:lnTo>
                    <a:pt x="358940" y="1181392"/>
                  </a:lnTo>
                  <a:lnTo>
                    <a:pt x="362572" y="1129919"/>
                  </a:lnTo>
                  <a:lnTo>
                    <a:pt x="362839" y="1075829"/>
                  </a:lnTo>
                  <a:close/>
                </a:path>
              </a:pathLst>
            </a:custGeom>
            <a:solidFill>
              <a:srgbClr val="B98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3841" y="2264800"/>
              <a:ext cx="132479" cy="801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8865" y="1742725"/>
              <a:ext cx="654050" cy="561340"/>
            </a:xfrm>
            <a:custGeom>
              <a:avLst/>
              <a:gdLst/>
              <a:ahLst/>
              <a:cxnLst/>
              <a:rect l="l" t="t" r="r" b="b"/>
              <a:pathLst>
                <a:path w="654050" h="561339">
                  <a:moveTo>
                    <a:pt x="653732" y="0"/>
                  </a:moveTo>
                  <a:lnTo>
                    <a:pt x="636930" y="14071"/>
                  </a:lnTo>
                  <a:lnTo>
                    <a:pt x="619594" y="27647"/>
                  </a:lnTo>
                  <a:lnTo>
                    <a:pt x="584733" y="54457"/>
                  </a:lnTo>
                  <a:lnTo>
                    <a:pt x="545604" y="85267"/>
                  </a:lnTo>
                  <a:lnTo>
                    <a:pt x="467067" y="146469"/>
                  </a:lnTo>
                  <a:lnTo>
                    <a:pt x="309397" y="268097"/>
                  </a:lnTo>
                  <a:lnTo>
                    <a:pt x="191376" y="359613"/>
                  </a:lnTo>
                  <a:lnTo>
                    <a:pt x="113169" y="421233"/>
                  </a:lnTo>
                  <a:lnTo>
                    <a:pt x="84785" y="443407"/>
                  </a:lnTo>
                  <a:lnTo>
                    <a:pt x="56197" y="465416"/>
                  </a:lnTo>
                  <a:lnTo>
                    <a:pt x="27800" y="487641"/>
                  </a:lnTo>
                  <a:lnTo>
                    <a:pt x="0" y="510463"/>
                  </a:lnTo>
                  <a:lnTo>
                    <a:pt x="0" y="539292"/>
                  </a:lnTo>
                  <a:lnTo>
                    <a:pt x="0" y="550621"/>
                  </a:lnTo>
                  <a:lnTo>
                    <a:pt x="6273" y="557860"/>
                  </a:lnTo>
                  <a:lnTo>
                    <a:pt x="11087" y="561009"/>
                  </a:lnTo>
                  <a:lnTo>
                    <a:pt x="16878" y="560984"/>
                  </a:lnTo>
                  <a:lnTo>
                    <a:pt x="26111" y="558736"/>
                  </a:lnTo>
                  <a:lnTo>
                    <a:pt x="52349" y="551738"/>
                  </a:lnTo>
                  <a:lnTo>
                    <a:pt x="130886" y="529945"/>
                  </a:lnTo>
                  <a:lnTo>
                    <a:pt x="309968" y="481253"/>
                  </a:lnTo>
                  <a:lnTo>
                    <a:pt x="356069" y="468884"/>
                  </a:lnTo>
                  <a:lnTo>
                    <a:pt x="454304" y="442861"/>
                  </a:lnTo>
                  <a:lnTo>
                    <a:pt x="503643" y="429387"/>
                  </a:lnTo>
                  <a:lnTo>
                    <a:pt x="551256" y="415696"/>
                  </a:lnTo>
                  <a:lnTo>
                    <a:pt x="595731" y="401891"/>
                  </a:lnTo>
                  <a:lnTo>
                    <a:pt x="602691" y="390601"/>
                  </a:lnTo>
                  <a:lnTo>
                    <a:pt x="608888" y="381495"/>
                  </a:lnTo>
                  <a:lnTo>
                    <a:pt x="616216" y="373392"/>
                  </a:lnTo>
                  <a:lnTo>
                    <a:pt x="626529" y="365163"/>
                  </a:lnTo>
                  <a:lnTo>
                    <a:pt x="633768" y="361403"/>
                  </a:lnTo>
                  <a:lnTo>
                    <a:pt x="639216" y="359105"/>
                  </a:lnTo>
                  <a:lnTo>
                    <a:pt x="642835" y="355434"/>
                  </a:lnTo>
                  <a:lnTo>
                    <a:pt x="644588" y="347535"/>
                  </a:lnTo>
                  <a:lnTo>
                    <a:pt x="643089" y="333921"/>
                  </a:lnTo>
                  <a:lnTo>
                    <a:pt x="642366" y="311899"/>
                  </a:lnTo>
                  <a:lnTo>
                    <a:pt x="641743" y="272618"/>
                  </a:lnTo>
                  <a:lnTo>
                    <a:pt x="636143" y="163563"/>
                  </a:lnTo>
                  <a:lnTo>
                    <a:pt x="635647" y="110236"/>
                  </a:lnTo>
                  <a:lnTo>
                    <a:pt x="639635" y="54622"/>
                  </a:lnTo>
                  <a:lnTo>
                    <a:pt x="643001" y="43738"/>
                  </a:lnTo>
                  <a:lnTo>
                    <a:pt x="650544" y="12585"/>
                  </a:lnTo>
                  <a:lnTo>
                    <a:pt x="653732" y="0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9520" y="2090260"/>
              <a:ext cx="135909" cy="18003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963956" y="987418"/>
              <a:ext cx="2036445" cy="1596390"/>
            </a:xfrm>
            <a:custGeom>
              <a:avLst/>
              <a:gdLst/>
              <a:ahLst/>
              <a:cxnLst/>
              <a:rect l="l" t="t" r="r" b="b"/>
              <a:pathLst>
                <a:path w="2036444" h="1596389">
                  <a:moveTo>
                    <a:pt x="2036330" y="1215885"/>
                  </a:moveTo>
                  <a:lnTo>
                    <a:pt x="2032800" y="1178496"/>
                  </a:lnTo>
                  <a:lnTo>
                    <a:pt x="2026234" y="1152042"/>
                  </a:lnTo>
                  <a:lnTo>
                    <a:pt x="2020976" y="1144892"/>
                  </a:lnTo>
                  <a:lnTo>
                    <a:pt x="2013775" y="1138021"/>
                  </a:lnTo>
                  <a:lnTo>
                    <a:pt x="2006930" y="1130185"/>
                  </a:lnTo>
                  <a:lnTo>
                    <a:pt x="2002751" y="1120140"/>
                  </a:lnTo>
                  <a:lnTo>
                    <a:pt x="1987308" y="1113561"/>
                  </a:lnTo>
                  <a:lnTo>
                    <a:pt x="1987524" y="1101178"/>
                  </a:lnTo>
                  <a:lnTo>
                    <a:pt x="1992020" y="1013409"/>
                  </a:lnTo>
                  <a:lnTo>
                    <a:pt x="1994192" y="962367"/>
                  </a:lnTo>
                  <a:lnTo>
                    <a:pt x="1995360" y="911174"/>
                  </a:lnTo>
                  <a:lnTo>
                    <a:pt x="1995068" y="860171"/>
                  </a:lnTo>
                  <a:lnTo>
                    <a:pt x="1992833" y="809688"/>
                  </a:lnTo>
                  <a:lnTo>
                    <a:pt x="1978431" y="756145"/>
                  </a:lnTo>
                  <a:lnTo>
                    <a:pt x="1945754" y="715213"/>
                  </a:lnTo>
                  <a:lnTo>
                    <a:pt x="1899691" y="693280"/>
                  </a:lnTo>
                  <a:lnTo>
                    <a:pt x="1874634" y="675220"/>
                  </a:lnTo>
                  <a:lnTo>
                    <a:pt x="1845856" y="652856"/>
                  </a:lnTo>
                  <a:lnTo>
                    <a:pt x="1792312" y="610209"/>
                  </a:lnTo>
                  <a:lnTo>
                    <a:pt x="1585518" y="448221"/>
                  </a:lnTo>
                  <a:lnTo>
                    <a:pt x="1531924" y="405371"/>
                  </a:lnTo>
                  <a:lnTo>
                    <a:pt x="1478610" y="367538"/>
                  </a:lnTo>
                  <a:lnTo>
                    <a:pt x="1424266" y="351485"/>
                  </a:lnTo>
                  <a:lnTo>
                    <a:pt x="1364703" y="336892"/>
                  </a:lnTo>
                  <a:lnTo>
                    <a:pt x="1144905" y="281863"/>
                  </a:lnTo>
                  <a:lnTo>
                    <a:pt x="289915" y="65735"/>
                  </a:lnTo>
                  <a:lnTo>
                    <a:pt x="109372" y="20650"/>
                  </a:lnTo>
                  <a:lnTo>
                    <a:pt x="69392" y="10858"/>
                  </a:lnTo>
                  <a:lnTo>
                    <a:pt x="46456" y="4749"/>
                  </a:lnTo>
                  <a:lnTo>
                    <a:pt x="32689" y="0"/>
                  </a:lnTo>
                  <a:lnTo>
                    <a:pt x="0" y="0"/>
                  </a:lnTo>
                  <a:lnTo>
                    <a:pt x="0" y="31191"/>
                  </a:lnTo>
                  <a:lnTo>
                    <a:pt x="22517" y="52031"/>
                  </a:lnTo>
                  <a:lnTo>
                    <a:pt x="62496" y="84074"/>
                  </a:lnTo>
                  <a:lnTo>
                    <a:pt x="132892" y="138214"/>
                  </a:lnTo>
                  <a:lnTo>
                    <a:pt x="497662" y="422579"/>
                  </a:lnTo>
                  <a:lnTo>
                    <a:pt x="639876" y="532726"/>
                  </a:lnTo>
                  <a:lnTo>
                    <a:pt x="656386" y="545858"/>
                  </a:lnTo>
                  <a:lnTo>
                    <a:pt x="669023" y="556856"/>
                  </a:lnTo>
                  <a:lnTo>
                    <a:pt x="644029" y="603478"/>
                  </a:lnTo>
                  <a:lnTo>
                    <a:pt x="616940" y="650468"/>
                  </a:lnTo>
                  <a:lnTo>
                    <a:pt x="561314" y="744359"/>
                  </a:lnTo>
                  <a:lnTo>
                    <a:pt x="535216" y="790676"/>
                  </a:lnTo>
                  <a:lnTo>
                    <a:pt x="525233" y="807796"/>
                  </a:lnTo>
                  <a:lnTo>
                    <a:pt x="510971" y="831469"/>
                  </a:lnTo>
                  <a:lnTo>
                    <a:pt x="497281" y="854595"/>
                  </a:lnTo>
                  <a:lnTo>
                    <a:pt x="489038" y="870077"/>
                  </a:lnTo>
                  <a:lnTo>
                    <a:pt x="473062" y="895794"/>
                  </a:lnTo>
                  <a:lnTo>
                    <a:pt x="454355" y="927595"/>
                  </a:lnTo>
                  <a:lnTo>
                    <a:pt x="436422" y="959739"/>
                  </a:lnTo>
                  <a:lnTo>
                    <a:pt x="422770" y="986536"/>
                  </a:lnTo>
                  <a:lnTo>
                    <a:pt x="417614" y="992466"/>
                  </a:lnTo>
                  <a:lnTo>
                    <a:pt x="413867" y="998524"/>
                  </a:lnTo>
                  <a:lnTo>
                    <a:pt x="410781" y="1005014"/>
                  </a:lnTo>
                  <a:lnTo>
                    <a:pt x="407581" y="1012278"/>
                  </a:lnTo>
                  <a:lnTo>
                    <a:pt x="434657" y="1046619"/>
                  </a:lnTo>
                  <a:lnTo>
                    <a:pt x="468223" y="1078166"/>
                  </a:lnTo>
                  <a:lnTo>
                    <a:pt x="505587" y="1107071"/>
                  </a:lnTo>
                  <a:lnTo>
                    <a:pt x="544080" y="1133513"/>
                  </a:lnTo>
                  <a:lnTo>
                    <a:pt x="581025" y="1157668"/>
                  </a:lnTo>
                  <a:lnTo>
                    <a:pt x="620268" y="1182598"/>
                  </a:lnTo>
                  <a:lnTo>
                    <a:pt x="660298" y="1206728"/>
                  </a:lnTo>
                  <a:lnTo>
                    <a:pt x="700913" y="1230160"/>
                  </a:lnTo>
                  <a:lnTo>
                    <a:pt x="741870" y="1252994"/>
                  </a:lnTo>
                  <a:lnTo>
                    <a:pt x="782955" y="1275334"/>
                  </a:lnTo>
                  <a:lnTo>
                    <a:pt x="869289" y="1321295"/>
                  </a:lnTo>
                  <a:lnTo>
                    <a:pt x="914882" y="1344828"/>
                  </a:lnTo>
                  <a:lnTo>
                    <a:pt x="960716" y="1367853"/>
                  </a:lnTo>
                  <a:lnTo>
                    <a:pt x="1006817" y="1390370"/>
                  </a:lnTo>
                  <a:lnTo>
                    <a:pt x="1053147" y="1412379"/>
                  </a:lnTo>
                  <a:lnTo>
                    <a:pt x="1099731" y="1433880"/>
                  </a:lnTo>
                  <a:lnTo>
                    <a:pt x="1146543" y="1454873"/>
                  </a:lnTo>
                  <a:lnTo>
                    <a:pt x="1193584" y="1475346"/>
                  </a:lnTo>
                  <a:lnTo>
                    <a:pt x="1240853" y="1495298"/>
                  </a:lnTo>
                  <a:lnTo>
                    <a:pt x="1284757" y="1513065"/>
                  </a:lnTo>
                  <a:lnTo>
                    <a:pt x="1329905" y="1530515"/>
                  </a:lnTo>
                  <a:lnTo>
                    <a:pt x="1375867" y="1547215"/>
                  </a:lnTo>
                  <a:lnTo>
                    <a:pt x="1422196" y="1562773"/>
                  </a:lnTo>
                  <a:lnTo>
                    <a:pt x="1468462" y="1576768"/>
                  </a:lnTo>
                  <a:lnTo>
                    <a:pt x="1514246" y="1588795"/>
                  </a:lnTo>
                  <a:lnTo>
                    <a:pt x="1561973" y="1596224"/>
                  </a:lnTo>
                  <a:lnTo>
                    <a:pt x="1607908" y="1589366"/>
                  </a:lnTo>
                  <a:lnTo>
                    <a:pt x="1633816" y="1534909"/>
                  </a:lnTo>
                  <a:lnTo>
                    <a:pt x="1655737" y="1480947"/>
                  </a:lnTo>
                  <a:lnTo>
                    <a:pt x="1665351" y="1454746"/>
                  </a:lnTo>
                  <a:lnTo>
                    <a:pt x="1720519" y="1311490"/>
                  </a:lnTo>
                  <a:lnTo>
                    <a:pt x="1757794" y="1216177"/>
                  </a:lnTo>
                  <a:lnTo>
                    <a:pt x="1781708" y="1156042"/>
                  </a:lnTo>
                  <a:lnTo>
                    <a:pt x="1793621" y="1124712"/>
                  </a:lnTo>
                  <a:lnTo>
                    <a:pt x="1803463" y="1095857"/>
                  </a:lnTo>
                  <a:lnTo>
                    <a:pt x="1826514" y="1102982"/>
                  </a:lnTo>
                  <a:lnTo>
                    <a:pt x="1866379" y="1113726"/>
                  </a:lnTo>
                  <a:lnTo>
                    <a:pt x="1907019" y="1124165"/>
                  </a:lnTo>
                  <a:lnTo>
                    <a:pt x="1932393" y="1130388"/>
                  </a:lnTo>
                  <a:lnTo>
                    <a:pt x="1913102" y="1161275"/>
                  </a:lnTo>
                  <a:lnTo>
                    <a:pt x="1905469" y="1195501"/>
                  </a:lnTo>
                  <a:lnTo>
                    <a:pt x="1904987" y="1231696"/>
                  </a:lnTo>
                  <a:lnTo>
                    <a:pt x="1907209" y="1268437"/>
                  </a:lnTo>
                  <a:lnTo>
                    <a:pt x="1911769" y="1271638"/>
                  </a:lnTo>
                  <a:lnTo>
                    <a:pt x="1913940" y="1273810"/>
                  </a:lnTo>
                  <a:lnTo>
                    <a:pt x="1917407" y="1278153"/>
                  </a:lnTo>
                  <a:lnTo>
                    <a:pt x="1928304" y="1280350"/>
                  </a:lnTo>
                  <a:lnTo>
                    <a:pt x="1923796" y="1276388"/>
                  </a:lnTo>
                  <a:lnTo>
                    <a:pt x="1927898" y="1277086"/>
                  </a:lnTo>
                  <a:lnTo>
                    <a:pt x="1935492" y="1285087"/>
                  </a:lnTo>
                  <a:lnTo>
                    <a:pt x="1935340" y="1285113"/>
                  </a:lnTo>
                  <a:lnTo>
                    <a:pt x="1960549" y="1285735"/>
                  </a:lnTo>
                  <a:lnTo>
                    <a:pt x="1981682" y="1285113"/>
                  </a:lnTo>
                  <a:lnTo>
                    <a:pt x="1992464" y="1284973"/>
                  </a:lnTo>
                  <a:lnTo>
                    <a:pt x="2003996" y="1283335"/>
                  </a:lnTo>
                  <a:lnTo>
                    <a:pt x="2015121" y="1280172"/>
                  </a:lnTo>
                  <a:lnTo>
                    <a:pt x="2024722" y="1275448"/>
                  </a:lnTo>
                  <a:lnTo>
                    <a:pt x="2028024" y="1277010"/>
                  </a:lnTo>
                  <a:lnTo>
                    <a:pt x="2027872" y="1277010"/>
                  </a:lnTo>
                  <a:lnTo>
                    <a:pt x="2031492" y="1277454"/>
                  </a:lnTo>
                  <a:lnTo>
                    <a:pt x="2036127" y="1252702"/>
                  </a:lnTo>
                  <a:lnTo>
                    <a:pt x="2036330" y="121588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86733" y="1857490"/>
              <a:ext cx="1242695" cy="689610"/>
            </a:xfrm>
            <a:custGeom>
              <a:avLst/>
              <a:gdLst/>
              <a:ahLst/>
              <a:cxnLst/>
              <a:rect l="l" t="t" r="r" b="b"/>
              <a:pathLst>
                <a:path w="1242694" h="689610">
                  <a:moveTo>
                    <a:pt x="66252" y="0"/>
                  </a:moveTo>
                  <a:lnTo>
                    <a:pt x="100885" y="6996"/>
                  </a:lnTo>
                  <a:lnTo>
                    <a:pt x="136702" y="12778"/>
                  </a:lnTo>
                  <a:lnTo>
                    <a:pt x="173583" y="19056"/>
                  </a:lnTo>
                  <a:lnTo>
                    <a:pt x="211407" y="27540"/>
                  </a:lnTo>
                  <a:lnTo>
                    <a:pt x="259259" y="42651"/>
                  </a:lnTo>
                  <a:lnTo>
                    <a:pt x="305834" y="61796"/>
                  </a:lnTo>
                  <a:lnTo>
                    <a:pt x="351146" y="84330"/>
                  </a:lnTo>
                  <a:lnTo>
                    <a:pt x="395206" y="109609"/>
                  </a:lnTo>
                  <a:lnTo>
                    <a:pt x="438026" y="136987"/>
                  </a:lnTo>
                  <a:lnTo>
                    <a:pt x="479618" y="165819"/>
                  </a:lnTo>
                  <a:lnTo>
                    <a:pt x="519994" y="195461"/>
                  </a:lnTo>
                  <a:lnTo>
                    <a:pt x="551492" y="222636"/>
                  </a:lnTo>
                  <a:lnTo>
                    <a:pt x="582999" y="253063"/>
                  </a:lnTo>
                  <a:lnTo>
                    <a:pt x="615879" y="281979"/>
                  </a:lnTo>
                  <a:lnTo>
                    <a:pt x="651493" y="304618"/>
                  </a:lnTo>
                  <a:lnTo>
                    <a:pt x="686840" y="317137"/>
                  </a:lnTo>
                  <a:lnTo>
                    <a:pt x="723394" y="324044"/>
                  </a:lnTo>
                  <a:lnTo>
                    <a:pt x="760157" y="328766"/>
                  </a:lnTo>
                  <a:lnTo>
                    <a:pt x="796137" y="334731"/>
                  </a:lnTo>
                  <a:lnTo>
                    <a:pt x="846106" y="347862"/>
                  </a:lnTo>
                  <a:lnTo>
                    <a:pt x="895551" y="364961"/>
                  </a:lnTo>
                  <a:lnTo>
                    <a:pt x="944068" y="385544"/>
                  </a:lnTo>
                  <a:lnTo>
                    <a:pt x="991251" y="409125"/>
                  </a:lnTo>
                  <a:lnTo>
                    <a:pt x="1036694" y="435219"/>
                  </a:lnTo>
                  <a:lnTo>
                    <a:pt x="1079991" y="463341"/>
                  </a:lnTo>
                  <a:lnTo>
                    <a:pt x="1116758" y="488849"/>
                  </a:lnTo>
                  <a:lnTo>
                    <a:pt x="1126265" y="496268"/>
                  </a:lnTo>
                  <a:lnTo>
                    <a:pt x="1147938" y="511330"/>
                  </a:lnTo>
                  <a:lnTo>
                    <a:pt x="1169841" y="527819"/>
                  </a:lnTo>
                  <a:lnTo>
                    <a:pt x="1236829" y="579833"/>
                  </a:lnTo>
                  <a:lnTo>
                    <a:pt x="1242558" y="584674"/>
                  </a:lnTo>
                  <a:lnTo>
                    <a:pt x="1232948" y="610867"/>
                  </a:lnTo>
                  <a:lnTo>
                    <a:pt x="1211031" y="664826"/>
                  </a:lnTo>
                  <a:lnTo>
                    <a:pt x="1202471" y="689488"/>
                  </a:lnTo>
                  <a:lnTo>
                    <a:pt x="1180294" y="674958"/>
                  </a:lnTo>
                  <a:lnTo>
                    <a:pt x="1139298" y="644211"/>
                  </a:lnTo>
                  <a:lnTo>
                    <a:pt x="1071837" y="592278"/>
                  </a:lnTo>
                  <a:lnTo>
                    <a:pt x="1034078" y="567033"/>
                  </a:lnTo>
                  <a:lnTo>
                    <a:pt x="993268" y="541983"/>
                  </a:lnTo>
                  <a:lnTo>
                    <a:pt x="950217" y="517933"/>
                  </a:lnTo>
                  <a:lnTo>
                    <a:pt x="905734" y="495685"/>
                  </a:lnTo>
                  <a:lnTo>
                    <a:pt x="860629" y="476046"/>
                  </a:lnTo>
                  <a:lnTo>
                    <a:pt x="815711" y="459817"/>
                  </a:lnTo>
                  <a:lnTo>
                    <a:pt x="771791" y="447804"/>
                  </a:lnTo>
                  <a:lnTo>
                    <a:pt x="730023" y="440658"/>
                  </a:lnTo>
                  <a:lnTo>
                    <a:pt x="689470" y="435257"/>
                  </a:lnTo>
                  <a:lnTo>
                    <a:pt x="648171" y="426827"/>
                  </a:lnTo>
                  <a:lnTo>
                    <a:pt x="604165" y="410595"/>
                  </a:lnTo>
                  <a:lnTo>
                    <a:pt x="562222" y="386364"/>
                  </a:lnTo>
                  <a:lnTo>
                    <a:pt x="529035" y="359597"/>
                  </a:lnTo>
                  <a:lnTo>
                    <a:pt x="498799" y="330826"/>
                  </a:lnTo>
                  <a:lnTo>
                    <a:pt x="465709" y="300582"/>
                  </a:lnTo>
                  <a:lnTo>
                    <a:pt x="424819" y="267794"/>
                  </a:lnTo>
                  <a:lnTo>
                    <a:pt x="382753" y="236906"/>
                  </a:lnTo>
                  <a:lnTo>
                    <a:pt x="339283" y="208555"/>
                  </a:lnTo>
                  <a:lnTo>
                    <a:pt x="294185" y="183377"/>
                  </a:lnTo>
                  <a:lnTo>
                    <a:pt x="247231" y="162008"/>
                  </a:lnTo>
                  <a:lnTo>
                    <a:pt x="198195" y="145085"/>
                  </a:lnTo>
                  <a:lnTo>
                    <a:pt x="146851" y="133243"/>
                  </a:lnTo>
                  <a:lnTo>
                    <a:pt x="36812" y="121369"/>
                  </a:lnTo>
                  <a:lnTo>
                    <a:pt x="0" y="116460"/>
                  </a:lnTo>
                  <a:lnTo>
                    <a:pt x="13653" y="89666"/>
                  </a:lnTo>
                  <a:lnTo>
                    <a:pt x="31583" y="57513"/>
                  </a:lnTo>
                  <a:lnTo>
                    <a:pt x="50284" y="25718"/>
                  </a:lnTo>
                  <a:lnTo>
                    <a:pt x="66252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8571" y="2353758"/>
              <a:ext cx="170720" cy="1932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5863649" y="1680694"/>
              <a:ext cx="137160" cy="592455"/>
            </a:xfrm>
            <a:custGeom>
              <a:avLst/>
              <a:gdLst/>
              <a:ahLst/>
              <a:cxnLst/>
              <a:rect l="l" t="t" r="r" b="b"/>
              <a:pathLst>
                <a:path w="137159" h="592455">
                  <a:moveTo>
                    <a:pt x="0" y="0"/>
                  </a:moveTo>
                  <a:lnTo>
                    <a:pt x="46071" y="21931"/>
                  </a:lnTo>
                  <a:lnTo>
                    <a:pt x="78741" y="62864"/>
                  </a:lnTo>
                  <a:lnTo>
                    <a:pt x="90015" y="102793"/>
                  </a:lnTo>
                  <a:lnTo>
                    <a:pt x="95376" y="166882"/>
                  </a:lnTo>
                  <a:lnTo>
                    <a:pt x="95669" y="217886"/>
                  </a:lnTo>
                  <a:lnTo>
                    <a:pt x="94499" y="269079"/>
                  </a:lnTo>
                  <a:lnTo>
                    <a:pt x="92337" y="320123"/>
                  </a:lnTo>
                  <a:lnTo>
                    <a:pt x="87839" y="407892"/>
                  </a:lnTo>
                  <a:lnTo>
                    <a:pt x="87615" y="420278"/>
                  </a:lnTo>
                  <a:lnTo>
                    <a:pt x="103058" y="426858"/>
                  </a:lnTo>
                  <a:lnTo>
                    <a:pt x="107236" y="436896"/>
                  </a:lnTo>
                  <a:lnTo>
                    <a:pt x="114081" y="444735"/>
                  </a:lnTo>
                  <a:lnTo>
                    <a:pt x="121287" y="451611"/>
                  </a:lnTo>
                  <a:lnTo>
                    <a:pt x="126546" y="458758"/>
                  </a:lnTo>
                  <a:lnTo>
                    <a:pt x="133108" y="485216"/>
                  </a:lnTo>
                  <a:lnTo>
                    <a:pt x="136640" y="522601"/>
                  </a:lnTo>
                  <a:lnTo>
                    <a:pt x="136440" y="559418"/>
                  </a:lnTo>
                  <a:lnTo>
                    <a:pt x="131806" y="584173"/>
                  </a:lnTo>
                  <a:lnTo>
                    <a:pt x="128187" y="583726"/>
                  </a:lnTo>
                  <a:lnTo>
                    <a:pt x="128337" y="583731"/>
                  </a:lnTo>
                  <a:lnTo>
                    <a:pt x="125029" y="582165"/>
                  </a:lnTo>
                  <a:lnTo>
                    <a:pt x="115427" y="586886"/>
                  </a:lnTo>
                  <a:lnTo>
                    <a:pt x="104301" y="590050"/>
                  </a:lnTo>
                  <a:lnTo>
                    <a:pt x="92781" y="591687"/>
                  </a:lnTo>
                  <a:lnTo>
                    <a:pt x="81999" y="591829"/>
                  </a:lnTo>
                  <a:lnTo>
                    <a:pt x="60862" y="592452"/>
                  </a:lnTo>
                  <a:lnTo>
                    <a:pt x="35645" y="591823"/>
                  </a:lnTo>
                  <a:lnTo>
                    <a:pt x="35809" y="591799"/>
                  </a:lnTo>
                  <a:lnTo>
                    <a:pt x="28213" y="583800"/>
                  </a:lnTo>
                  <a:lnTo>
                    <a:pt x="24106" y="583102"/>
                  </a:lnTo>
                  <a:lnTo>
                    <a:pt x="28619" y="587067"/>
                  </a:lnTo>
                  <a:lnTo>
                    <a:pt x="17722" y="584873"/>
                  </a:lnTo>
                  <a:lnTo>
                    <a:pt x="14249" y="580525"/>
                  </a:lnTo>
                  <a:lnTo>
                    <a:pt x="12075" y="578358"/>
                  </a:lnTo>
                  <a:lnTo>
                    <a:pt x="7525" y="575155"/>
                  </a:lnTo>
                  <a:lnTo>
                    <a:pt x="5303" y="538415"/>
                  </a:lnTo>
                  <a:lnTo>
                    <a:pt x="5775" y="502224"/>
                  </a:lnTo>
                  <a:lnTo>
                    <a:pt x="13416" y="467986"/>
                  </a:lnTo>
                  <a:lnTo>
                    <a:pt x="32700" y="437106"/>
                  </a:lnTo>
                  <a:lnTo>
                    <a:pt x="40795" y="432274"/>
                  </a:lnTo>
                  <a:lnTo>
                    <a:pt x="48469" y="427209"/>
                  </a:lnTo>
                  <a:lnTo>
                    <a:pt x="55883" y="423680"/>
                  </a:lnTo>
                  <a:lnTo>
                    <a:pt x="63706" y="421114"/>
                  </a:lnTo>
                  <a:lnTo>
                    <a:pt x="72605" y="418935"/>
                  </a:lnTo>
                  <a:lnTo>
                    <a:pt x="75095" y="390158"/>
                  </a:lnTo>
                  <a:lnTo>
                    <a:pt x="76608" y="361800"/>
                  </a:lnTo>
                  <a:lnTo>
                    <a:pt x="78454" y="304540"/>
                  </a:lnTo>
                  <a:lnTo>
                    <a:pt x="81185" y="253921"/>
                  </a:lnTo>
                  <a:lnTo>
                    <a:pt x="83679" y="201514"/>
                  </a:lnTo>
                  <a:lnTo>
                    <a:pt x="82275" y="149166"/>
                  </a:lnTo>
                  <a:lnTo>
                    <a:pt x="73306" y="98724"/>
                  </a:lnTo>
                  <a:lnTo>
                    <a:pt x="53110" y="52035"/>
                  </a:lnTo>
                  <a:lnTo>
                    <a:pt x="42705" y="38823"/>
                  </a:lnTo>
                  <a:lnTo>
                    <a:pt x="28435" y="24724"/>
                  </a:lnTo>
                  <a:lnTo>
                    <a:pt x="13225" y="1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8967" y="2112968"/>
              <a:ext cx="76685" cy="1601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786582" y="2107556"/>
              <a:ext cx="363855" cy="970915"/>
            </a:xfrm>
            <a:custGeom>
              <a:avLst/>
              <a:gdLst/>
              <a:ahLst/>
              <a:cxnLst/>
              <a:rect l="l" t="t" r="r" b="b"/>
              <a:pathLst>
                <a:path w="363855" h="970914">
                  <a:moveTo>
                    <a:pt x="180120" y="0"/>
                  </a:moveTo>
                  <a:lnTo>
                    <a:pt x="208007" y="29806"/>
                  </a:lnTo>
                  <a:lnTo>
                    <a:pt x="217666" y="74766"/>
                  </a:lnTo>
                  <a:lnTo>
                    <a:pt x="219195" y="109482"/>
                  </a:lnTo>
                  <a:lnTo>
                    <a:pt x="216567" y="143050"/>
                  </a:lnTo>
                  <a:lnTo>
                    <a:pt x="206805" y="170536"/>
                  </a:lnTo>
                  <a:lnTo>
                    <a:pt x="220840" y="220679"/>
                  </a:lnTo>
                  <a:lnTo>
                    <a:pt x="252330" y="324693"/>
                  </a:lnTo>
                  <a:lnTo>
                    <a:pt x="266912" y="376860"/>
                  </a:lnTo>
                  <a:lnTo>
                    <a:pt x="278802" y="427998"/>
                  </a:lnTo>
                  <a:lnTo>
                    <a:pt x="286565" y="477254"/>
                  </a:lnTo>
                  <a:lnTo>
                    <a:pt x="291263" y="529243"/>
                  </a:lnTo>
                  <a:lnTo>
                    <a:pt x="294672" y="580734"/>
                  </a:lnTo>
                  <a:lnTo>
                    <a:pt x="297807" y="631824"/>
                  </a:lnTo>
                  <a:lnTo>
                    <a:pt x="301681" y="682609"/>
                  </a:lnTo>
                  <a:lnTo>
                    <a:pt x="307308" y="733188"/>
                  </a:lnTo>
                  <a:lnTo>
                    <a:pt x="315702" y="783657"/>
                  </a:lnTo>
                  <a:lnTo>
                    <a:pt x="327878" y="834114"/>
                  </a:lnTo>
                  <a:lnTo>
                    <a:pt x="344847" y="884655"/>
                  </a:lnTo>
                  <a:lnTo>
                    <a:pt x="354990" y="907419"/>
                  </a:lnTo>
                  <a:lnTo>
                    <a:pt x="360593" y="921023"/>
                  </a:lnTo>
                  <a:lnTo>
                    <a:pt x="333324" y="948750"/>
                  </a:lnTo>
                  <a:lnTo>
                    <a:pt x="298264" y="957479"/>
                  </a:lnTo>
                  <a:lnTo>
                    <a:pt x="271321" y="963309"/>
                  </a:lnTo>
                  <a:lnTo>
                    <a:pt x="245203" y="966740"/>
                  </a:lnTo>
                  <a:lnTo>
                    <a:pt x="218882" y="968192"/>
                  </a:lnTo>
                  <a:lnTo>
                    <a:pt x="191328" y="968081"/>
                  </a:lnTo>
                  <a:lnTo>
                    <a:pt x="156317" y="969000"/>
                  </a:lnTo>
                  <a:lnTo>
                    <a:pt x="117091" y="970798"/>
                  </a:lnTo>
                  <a:lnTo>
                    <a:pt x="78575" y="969503"/>
                  </a:lnTo>
                  <a:lnTo>
                    <a:pt x="45696" y="961143"/>
                  </a:lnTo>
                  <a:lnTo>
                    <a:pt x="37032" y="937588"/>
                  </a:lnTo>
                  <a:lnTo>
                    <a:pt x="32400" y="913649"/>
                  </a:lnTo>
                  <a:lnTo>
                    <a:pt x="29245" y="889195"/>
                  </a:lnTo>
                  <a:lnTo>
                    <a:pt x="25419" y="864916"/>
                  </a:lnTo>
                  <a:lnTo>
                    <a:pt x="11574" y="798101"/>
                  </a:lnTo>
                  <a:lnTo>
                    <a:pt x="2311" y="730730"/>
                  </a:lnTo>
                  <a:lnTo>
                    <a:pt x="0" y="677226"/>
                  </a:lnTo>
                  <a:lnTo>
                    <a:pt x="1042" y="624618"/>
                  </a:lnTo>
                  <a:lnTo>
                    <a:pt x="5146" y="572723"/>
                  </a:lnTo>
                  <a:lnTo>
                    <a:pt x="12018" y="521357"/>
                  </a:lnTo>
                  <a:lnTo>
                    <a:pt x="21365" y="470339"/>
                  </a:lnTo>
                  <a:lnTo>
                    <a:pt x="32894" y="419485"/>
                  </a:lnTo>
                  <a:lnTo>
                    <a:pt x="46312" y="368612"/>
                  </a:lnTo>
                  <a:lnTo>
                    <a:pt x="61324" y="317537"/>
                  </a:lnTo>
                  <a:lnTo>
                    <a:pt x="70420" y="282039"/>
                  </a:lnTo>
                  <a:lnTo>
                    <a:pt x="77870" y="245258"/>
                  </a:lnTo>
                  <a:lnTo>
                    <a:pt x="85637" y="208353"/>
                  </a:lnTo>
                  <a:lnTo>
                    <a:pt x="95683" y="172484"/>
                  </a:lnTo>
                  <a:lnTo>
                    <a:pt x="95005" y="166402"/>
                  </a:lnTo>
                  <a:lnTo>
                    <a:pt x="88172" y="157837"/>
                  </a:lnTo>
                  <a:lnTo>
                    <a:pt x="84587" y="148296"/>
                  </a:lnTo>
                  <a:lnTo>
                    <a:pt x="89137" y="151499"/>
                  </a:lnTo>
                  <a:lnTo>
                    <a:pt x="91311" y="153667"/>
                  </a:lnTo>
                  <a:lnTo>
                    <a:pt x="94784" y="158014"/>
                  </a:lnTo>
                  <a:lnTo>
                    <a:pt x="105681" y="160208"/>
                  </a:lnTo>
                  <a:lnTo>
                    <a:pt x="101168" y="156244"/>
                  </a:lnTo>
                  <a:lnTo>
                    <a:pt x="105275" y="156942"/>
                  </a:lnTo>
                  <a:lnTo>
                    <a:pt x="112871" y="164940"/>
                  </a:lnTo>
                  <a:lnTo>
                    <a:pt x="112707" y="164965"/>
                  </a:lnTo>
                  <a:lnTo>
                    <a:pt x="137924" y="165593"/>
                  </a:lnTo>
                  <a:lnTo>
                    <a:pt x="169843" y="164828"/>
                  </a:lnTo>
                  <a:lnTo>
                    <a:pt x="181363" y="163191"/>
                  </a:lnTo>
                  <a:lnTo>
                    <a:pt x="192489" y="160028"/>
                  </a:lnTo>
                  <a:lnTo>
                    <a:pt x="202091" y="155306"/>
                  </a:lnTo>
                  <a:lnTo>
                    <a:pt x="205399" y="156872"/>
                  </a:lnTo>
                  <a:lnTo>
                    <a:pt x="205249" y="156868"/>
                  </a:lnTo>
                  <a:lnTo>
                    <a:pt x="208868" y="157314"/>
                  </a:lnTo>
                  <a:lnTo>
                    <a:pt x="213502" y="132560"/>
                  </a:lnTo>
                  <a:lnTo>
                    <a:pt x="213702" y="95743"/>
                  </a:lnTo>
                  <a:lnTo>
                    <a:pt x="210170" y="58358"/>
                  </a:lnTo>
                  <a:lnTo>
                    <a:pt x="203608" y="31900"/>
                  </a:lnTo>
                  <a:lnTo>
                    <a:pt x="198349" y="24752"/>
                  </a:lnTo>
                  <a:lnTo>
                    <a:pt x="191143" y="17877"/>
                  </a:lnTo>
                  <a:lnTo>
                    <a:pt x="184298" y="10038"/>
                  </a:lnTo>
                  <a:lnTo>
                    <a:pt x="180120" y="0"/>
                  </a:lnTo>
                  <a:close/>
                </a:path>
              </a:pathLst>
            </a:custGeom>
            <a:solidFill>
              <a:srgbClr val="CCA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71171" y="2107555"/>
              <a:ext cx="279400" cy="957580"/>
            </a:xfrm>
            <a:custGeom>
              <a:avLst/>
              <a:gdLst/>
              <a:ahLst/>
              <a:cxnLst/>
              <a:rect l="l" t="t" r="r" b="b"/>
              <a:pathLst>
                <a:path w="279400" h="957580">
                  <a:moveTo>
                    <a:pt x="95532" y="0"/>
                  </a:moveTo>
                  <a:lnTo>
                    <a:pt x="123420" y="29806"/>
                  </a:lnTo>
                  <a:lnTo>
                    <a:pt x="133078" y="74766"/>
                  </a:lnTo>
                  <a:lnTo>
                    <a:pt x="134608" y="109482"/>
                  </a:lnTo>
                  <a:lnTo>
                    <a:pt x="131979" y="143050"/>
                  </a:lnTo>
                  <a:lnTo>
                    <a:pt x="122217" y="170536"/>
                  </a:lnTo>
                  <a:lnTo>
                    <a:pt x="136252" y="220679"/>
                  </a:lnTo>
                  <a:lnTo>
                    <a:pt x="167742" y="324693"/>
                  </a:lnTo>
                  <a:lnTo>
                    <a:pt x="182324" y="376860"/>
                  </a:lnTo>
                  <a:lnTo>
                    <a:pt x="194215" y="427998"/>
                  </a:lnTo>
                  <a:lnTo>
                    <a:pt x="201977" y="477254"/>
                  </a:lnTo>
                  <a:lnTo>
                    <a:pt x="206675" y="529243"/>
                  </a:lnTo>
                  <a:lnTo>
                    <a:pt x="210084" y="580734"/>
                  </a:lnTo>
                  <a:lnTo>
                    <a:pt x="213219" y="631824"/>
                  </a:lnTo>
                  <a:lnTo>
                    <a:pt x="217093" y="682609"/>
                  </a:lnTo>
                  <a:lnTo>
                    <a:pt x="222720" y="733188"/>
                  </a:lnTo>
                  <a:lnTo>
                    <a:pt x="231115" y="783657"/>
                  </a:lnTo>
                  <a:lnTo>
                    <a:pt x="243290" y="834114"/>
                  </a:lnTo>
                  <a:lnTo>
                    <a:pt x="260260" y="884655"/>
                  </a:lnTo>
                  <a:lnTo>
                    <a:pt x="270402" y="907419"/>
                  </a:lnTo>
                  <a:lnTo>
                    <a:pt x="276005" y="921023"/>
                  </a:lnTo>
                  <a:lnTo>
                    <a:pt x="248736" y="948750"/>
                  </a:lnTo>
                  <a:lnTo>
                    <a:pt x="213676" y="957479"/>
                  </a:lnTo>
                  <a:lnTo>
                    <a:pt x="212666" y="942743"/>
                  </a:lnTo>
                  <a:lnTo>
                    <a:pt x="207550" y="923127"/>
                  </a:lnTo>
                  <a:lnTo>
                    <a:pt x="181776" y="813694"/>
                  </a:lnTo>
                  <a:lnTo>
                    <a:pt x="173800" y="771214"/>
                  </a:lnTo>
                  <a:lnTo>
                    <a:pt x="168381" y="723171"/>
                  </a:lnTo>
                  <a:lnTo>
                    <a:pt x="167367" y="694175"/>
                  </a:lnTo>
                  <a:lnTo>
                    <a:pt x="168297" y="676500"/>
                  </a:lnTo>
                  <a:lnTo>
                    <a:pt x="161527" y="647457"/>
                  </a:lnTo>
                  <a:lnTo>
                    <a:pt x="146163" y="589004"/>
                  </a:lnTo>
                  <a:lnTo>
                    <a:pt x="136869" y="539026"/>
                  </a:lnTo>
                  <a:lnTo>
                    <a:pt x="132616" y="497610"/>
                  </a:lnTo>
                  <a:lnTo>
                    <a:pt x="129159" y="477584"/>
                  </a:lnTo>
                  <a:lnTo>
                    <a:pt x="122345" y="460299"/>
                  </a:lnTo>
                  <a:lnTo>
                    <a:pt x="115689" y="448322"/>
                  </a:lnTo>
                  <a:lnTo>
                    <a:pt x="111152" y="435756"/>
                  </a:lnTo>
                  <a:lnTo>
                    <a:pt x="110692" y="416702"/>
                  </a:lnTo>
                  <a:lnTo>
                    <a:pt x="109755" y="395509"/>
                  </a:lnTo>
                  <a:lnTo>
                    <a:pt x="105482" y="369900"/>
                  </a:lnTo>
                  <a:lnTo>
                    <a:pt x="100537" y="344050"/>
                  </a:lnTo>
                  <a:lnTo>
                    <a:pt x="97583" y="322130"/>
                  </a:lnTo>
                  <a:lnTo>
                    <a:pt x="95500" y="310048"/>
                  </a:lnTo>
                  <a:lnTo>
                    <a:pt x="91349" y="295897"/>
                  </a:lnTo>
                  <a:lnTo>
                    <a:pt x="86502" y="282000"/>
                  </a:lnTo>
                  <a:lnTo>
                    <a:pt x="82331" y="270680"/>
                  </a:lnTo>
                  <a:lnTo>
                    <a:pt x="81035" y="263213"/>
                  </a:lnTo>
                  <a:lnTo>
                    <a:pt x="76919" y="256699"/>
                  </a:lnTo>
                  <a:lnTo>
                    <a:pt x="74023" y="249711"/>
                  </a:lnTo>
                  <a:lnTo>
                    <a:pt x="60204" y="211979"/>
                  </a:lnTo>
                  <a:lnTo>
                    <a:pt x="51582" y="194877"/>
                  </a:lnTo>
                  <a:lnTo>
                    <a:pt x="38249" y="178530"/>
                  </a:lnTo>
                  <a:lnTo>
                    <a:pt x="30998" y="178246"/>
                  </a:lnTo>
                  <a:lnTo>
                    <a:pt x="24266" y="177243"/>
                  </a:lnTo>
                  <a:lnTo>
                    <a:pt x="17736" y="175373"/>
                  </a:lnTo>
                  <a:lnTo>
                    <a:pt x="11095" y="172484"/>
                  </a:lnTo>
                  <a:lnTo>
                    <a:pt x="10417" y="166402"/>
                  </a:lnTo>
                  <a:lnTo>
                    <a:pt x="3584" y="157837"/>
                  </a:lnTo>
                  <a:lnTo>
                    <a:pt x="0" y="148296"/>
                  </a:lnTo>
                  <a:lnTo>
                    <a:pt x="4549" y="151499"/>
                  </a:lnTo>
                  <a:lnTo>
                    <a:pt x="6723" y="153667"/>
                  </a:lnTo>
                  <a:lnTo>
                    <a:pt x="10196" y="158014"/>
                  </a:lnTo>
                  <a:lnTo>
                    <a:pt x="21093" y="160208"/>
                  </a:lnTo>
                  <a:lnTo>
                    <a:pt x="16580" y="156244"/>
                  </a:lnTo>
                  <a:lnTo>
                    <a:pt x="20688" y="156942"/>
                  </a:lnTo>
                  <a:lnTo>
                    <a:pt x="28283" y="164940"/>
                  </a:lnTo>
                  <a:lnTo>
                    <a:pt x="28119" y="164965"/>
                  </a:lnTo>
                  <a:lnTo>
                    <a:pt x="53336" y="165593"/>
                  </a:lnTo>
                  <a:lnTo>
                    <a:pt x="85255" y="164828"/>
                  </a:lnTo>
                  <a:lnTo>
                    <a:pt x="96775" y="163191"/>
                  </a:lnTo>
                  <a:lnTo>
                    <a:pt x="107902" y="160028"/>
                  </a:lnTo>
                  <a:lnTo>
                    <a:pt x="117503" y="155306"/>
                  </a:lnTo>
                  <a:lnTo>
                    <a:pt x="120811" y="156872"/>
                  </a:lnTo>
                  <a:lnTo>
                    <a:pt x="120662" y="156868"/>
                  </a:lnTo>
                  <a:lnTo>
                    <a:pt x="124280" y="157314"/>
                  </a:lnTo>
                  <a:lnTo>
                    <a:pt x="128914" y="132560"/>
                  </a:lnTo>
                  <a:lnTo>
                    <a:pt x="129114" y="95743"/>
                  </a:lnTo>
                  <a:lnTo>
                    <a:pt x="125582" y="58358"/>
                  </a:lnTo>
                  <a:lnTo>
                    <a:pt x="119020" y="31900"/>
                  </a:lnTo>
                  <a:lnTo>
                    <a:pt x="113761" y="24752"/>
                  </a:lnTo>
                  <a:lnTo>
                    <a:pt x="106555" y="17877"/>
                  </a:lnTo>
                  <a:lnTo>
                    <a:pt x="99710" y="10038"/>
                  </a:lnTo>
                  <a:lnTo>
                    <a:pt x="95532" y="0"/>
                  </a:lnTo>
                  <a:close/>
                </a:path>
              </a:pathLst>
            </a:custGeom>
            <a:solidFill>
              <a:srgbClr val="A87D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828264" y="2284939"/>
              <a:ext cx="219710" cy="625475"/>
            </a:xfrm>
            <a:custGeom>
              <a:avLst/>
              <a:gdLst/>
              <a:ahLst/>
              <a:cxnLst/>
              <a:rect l="l" t="t" r="r" b="b"/>
              <a:pathLst>
                <a:path w="219709" h="625475">
                  <a:moveTo>
                    <a:pt x="35369" y="334746"/>
                  </a:moveTo>
                  <a:lnTo>
                    <a:pt x="29324" y="346671"/>
                  </a:lnTo>
                  <a:lnTo>
                    <a:pt x="25349" y="369595"/>
                  </a:lnTo>
                  <a:lnTo>
                    <a:pt x="22453" y="393700"/>
                  </a:lnTo>
                  <a:lnTo>
                    <a:pt x="19672" y="409168"/>
                  </a:lnTo>
                  <a:lnTo>
                    <a:pt x="14998" y="418439"/>
                  </a:lnTo>
                  <a:lnTo>
                    <a:pt x="10007" y="426415"/>
                  </a:lnTo>
                  <a:lnTo>
                    <a:pt x="5956" y="434771"/>
                  </a:lnTo>
                  <a:lnTo>
                    <a:pt x="4140" y="445147"/>
                  </a:lnTo>
                  <a:lnTo>
                    <a:pt x="6210" y="446849"/>
                  </a:lnTo>
                  <a:lnTo>
                    <a:pt x="16154" y="443280"/>
                  </a:lnTo>
                  <a:lnTo>
                    <a:pt x="14325" y="452310"/>
                  </a:lnTo>
                  <a:lnTo>
                    <a:pt x="9232" y="467969"/>
                  </a:lnTo>
                  <a:lnTo>
                    <a:pt x="3657" y="486003"/>
                  </a:lnTo>
                  <a:lnTo>
                    <a:pt x="406" y="502170"/>
                  </a:lnTo>
                  <a:lnTo>
                    <a:pt x="0" y="530593"/>
                  </a:lnTo>
                  <a:lnTo>
                    <a:pt x="2209" y="558622"/>
                  </a:lnTo>
                  <a:lnTo>
                    <a:pt x="4978" y="586143"/>
                  </a:lnTo>
                  <a:lnTo>
                    <a:pt x="6223" y="612978"/>
                  </a:lnTo>
                  <a:lnTo>
                    <a:pt x="6718" y="614032"/>
                  </a:lnTo>
                  <a:lnTo>
                    <a:pt x="6400" y="623379"/>
                  </a:lnTo>
                  <a:lnTo>
                    <a:pt x="8331" y="625259"/>
                  </a:lnTo>
                  <a:lnTo>
                    <a:pt x="9918" y="610743"/>
                  </a:lnTo>
                  <a:lnTo>
                    <a:pt x="8966" y="591896"/>
                  </a:lnTo>
                  <a:lnTo>
                    <a:pt x="6832" y="572655"/>
                  </a:lnTo>
                  <a:lnTo>
                    <a:pt x="4851" y="556945"/>
                  </a:lnTo>
                  <a:lnTo>
                    <a:pt x="4000" y="524433"/>
                  </a:lnTo>
                  <a:lnTo>
                    <a:pt x="7950" y="495223"/>
                  </a:lnTo>
                  <a:lnTo>
                    <a:pt x="14325" y="466674"/>
                  </a:lnTo>
                  <a:lnTo>
                    <a:pt x="20739" y="436118"/>
                  </a:lnTo>
                  <a:lnTo>
                    <a:pt x="24511" y="411175"/>
                  </a:lnTo>
                  <a:lnTo>
                    <a:pt x="31026" y="360603"/>
                  </a:lnTo>
                  <a:lnTo>
                    <a:pt x="35369" y="334746"/>
                  </a:lnTo>
                  <a:close/>
                </a:path>
                <a:path w="219709" h="625475">
                  <a:moveTo>
                    <a:pt x="127850" y="84518"/>
                  </a:moveTo>
                  <a:lnTo>
                    <a:pt x="123304" y="84797"/>
                  </a:lnTo>
                  <a:lnTo>
                    <a:pt x="122631" y="83731"/>
                  </a:lnTo>
                  <a:lnTo>
                    <a:pt x="122110" y="84861"/>
                  </a:lnTo>
                  <a:lnTo>
                    <a:pt x="123355" y="84861"/>
                  </a:lnTo>
                  <a:lnTo>
                    <a:pt x="123964" y="85839"/>
                  </a:lnTo>
                  <a:lnTo>
                    <a:pt x="125260" y="93306"/>
                  </a:lnTo>
                  <a:lnTo>
                    <a:pt x="127850" y="84518"/>
                  </a:lnTo>
                  <a:close/>
                </a:path>
                <a:path w="219709" h="625475">
                  <a:moveTo>
                    <a:pt x="144640" y="119888"/>
                  </a:moveTo>
                  <a:lnTo>
                    <a:pt x="127444" y="62179"/>
                  </a:lnTo>
                  <a:lnTo>
                    <a:pt x="112915" y="24968"/>
                  </a:lnTo>
                  <a:lnTo>
                    <a:pt x="97193" y="0"/>
                  </a:lnTo>
                  <a:lnTo>
                    <a:pt x="87604" y="1003"/>
                  </a:lnTo>
                  <a:lnTo>
                    <a:pt x="81178" y="1155"/>
                  </a:lnTo>
                  <a:lnTo>
                    <a:pt x="94513" y="17500"/>
                  </a:lnTo>
                  <a:lnTo>
                    <a:pt x="103136" y="34607"/>
                  </a:lnTo>
                  <a:lnTo>
                    <a:pt x="109728" y="52781"/>
                  </a:lnTo>
                  <a:lnTo>
                    <a:pt x="116954" y="72339"/>
                  </a:lnTo>
                  <a:lnTo>
                    <a:pt x="118325" y="75628"/>
                  </a:lnTo>
                  <a:lnTo>
                    <a:pt x="119849" y="79324"/>
                  </a:lnTo>
                  <a:lnTo>
                    <a:pt x="122631" y="83731"/>
                  </a:lnTo>
                  <a:lnTo>
                    <a:pt x="126428" y="75628"/>
                  </a:lnTo>
                  <a:lnTo>
                    <a:pt x="131851" y="82435"/>
                  </a:lnTo>
                  <a:lnTo>
                    <a:pt x="136448" y="94780"/>
                  </a:lnTo>
                  <a:lnTo>
                    <a:pt x="140589" y="108623"/>
                  </a:lnTo>
                  <a:lnTo>
                    <a:pt x="144640" y="119888"/>
                  </a:lnTo>
                  <a:close/>
                </a:path>
                <a:path w="219709" h="625475">
                  <a:moveTo>
                    <a:pt x="219532" y="531317"/>
                  </a:moveTo>
                  <a:lnTo>
                    <a:pt x="216966" y="519112"/>
                  </a:lnTo>
                  <a:lnTo>
                    <a:pt x="211201" y="499122"/>
                  </a:lnTo>
                  <a:lnTo>
                    <a:pt x="210261" y="516801"/>
                  </a:lnTo>
                  <a:lnTo>
                    <a:pt x="210273" y="531317"/>
                  </a:lnTo>
                  <a:lnTo>
                    <a:pt x="211277" y="545795"/>
                  </a:lnTo>
                  <a:lnTo>
                    <a:pt x="213334" y="563308"/>
                  </a:lnTo>
                  <a:lnTo>
                    <a:pt x="218465" y="543458"/>
                  </a:lnTo>
                  <a:lnTo>
                    <a:pt x="219532" y="531317"/>
                  </a:lnTo>
                  <a:close/>
                </a:path>
              </a:pathLst>
            </a:custGeom>
            <a:solidFill>
              <a:srgbClr val="B78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42374" y="1743563"/>
              <a:ext cx="666115" cy="561975"/>
            </a:xfrm>
            <a:custGeom>
              <a:avLst/>
              <a:gdLst/>
              <a:ahLst/>
              <a:cxnLst/>
              <a:rect l="l" t="t" r="r" b="b"/>
              <a:pathLst>
                <a:path w="666115" h="561975">
                  <a:moveTo>
                    <a:pt x="665924" y="524725"/>
                  </a:moveTo>
                  <a:lnTo>
                    <a:pt x="650303" y="510146"/>
                  </a:lnTo>
                  <a:lnTo>
                    <a:pt x="626554" y="490651"/>
                  </a:lnTo>
                  <a:lnTo>
                    <a:pt x="417258" y="327101"/>
                  </a:lnTo>
                  <a:lnTo>
                    <a:pt x="333667" y="261950"/>
                  </a:lnTo>
                  <a:lnTo>
                    <a:pt x="125310" y="97523"/>
                  </a:lnTo>
                  <a:lnTo>
                    <a:pt x="41833" y="32283"/>
                  </a:lnTo>
                  <a:lnTo>
                    <a:pt x="0" y="0"/>
                  </a:lnTo>
                  <a:lnTo>
                    <a:pt x="7759" y="26619"/>
                  </a:lnTo>
                  <a:lnTo>
                    <a:pt x="11277" y="39928"/>
                  </a:lnTo>
                  <a:lnTo>
                    <a:pt x="14414" y="53543"/>
                  </a:lnTo>
                  <a:lnTo>
                    <a:pt x="16637" y="104025"/>
                  </a:lnTo>
                  <a:lnTo>
                    <a:pt x="16929" y="155028"/>
                  </a:lnTo>
                  <a:lnTo>
                    <a:pt x="15760" y="206222"/>
                  </a:lnTo>
                  <a:lnTo>
                    <a:pt x="13601" y="257263"/>
                  </a:lnTo>
                  <a:lnTo>
                    <a:pt x="9588" y="332613"/>
                  </a:lnTo>
                  <a:lnTo>
                    <a:pt x="9105" y="345033"/>
                  </a:lnTo>
                  <a:lnTo>
                    <a:pt x="8877" y="357416"/>
                  </a:lnTo>
                  <a:lnTo>
                    <a:pt x="24320" y="363994"/>
                  </a:lnTo>
                  <a:lnTo>
                    <a:pt x="35941" y="373697"/>
                  </a:lnTo>
                  <a:lnTo>
                    <a:pt x="44856" y="383032"/>
                  </a:lnTo>
                  <a:lnTo>
                    <a:pt x="52209" y="393801"/>
                  </a:lnTo>
                  <a:lnTo>
                    <a:pt x="59156" y="407835"/>
                  </a:lnTo>
                  <a:lnTo>
                    <a:pt x="82435" y="410883"/>
                  </a:lnTo>
                  <a:lnTo>
                    <a:pt x="123583" y="421170"/>
                  </a:lnTo>
                  <a:lnTo>
                    <a:pt x="165823" y="432981"/>
                  </a:lnTo>
                  <a:lnTo>
                    <a:pt x="192366" y="440613"/>
                  </a:lnTo>
                  <a:lnTo>
                    <a:pt x="497205" y="524154"/>
                  </a:lnTo>
                  <a:lnTo>
                    <a:pt x="571474" y="545122"/>
                  </a:lnTo>
                  <a:lnTo>
                    <a:pt x="612660" y="555777"/>
                  </a:lnTo>
                  <a:lnTo>
                    <a:pt x="642315" y="561505"/>
                  </a:lnTo>
                  <a:lnTo>
                    <a:pt x="655662" y="545338"/>
                  </a:lnTo>
                  <a:lnTo>
                    <a:pt x="665924" y="532168"/>
                  </a:lnTo>
                  <a:lnTo>
                    <a:pt x="665924" y="524725"/>
                  </a:lnTo>
                  <a:close/>
                </a:path>
              </a:pathLst>
            </a:custGeom>
            <a:solidFill>
              <a:srgbClr val="79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08617" y="8782026"/>
              <a:ext cx="1439582" cy="18318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2495" y="307071"/>
              <a:ext cx="1763915" cy="148168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8988" y="2011482"/>
              <a:ext cx="6292596" cy="18465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67259" y="4745344"/>
              <a:ext cx="4764714" cy="2649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1778" y="7587374"/>
              <a:ext cx="7409988" cy="6350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9492" y="9222709"/>
              <a:ext cx="277511" cy="1728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6538" y="9204518"/>
              <a:ext cx="243805" cy="1910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46147" y="9204518"/>
              <a:ext cx="1382329" cy="23265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6943" y="9204725"/>
              <a:ext cx="1540763" cy="2309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9082" y="4155355"/>
              <a:ext cx="1408678" cy="2987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72495" y="8649066"/>
              <a:ext cx="1744948" cy="17449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41307" y="7578065"/>
              <a:ext cx="6262792" cy="37304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967361" y="9118443"/>
              <a:ext cx="2136775" cy="2190115"/>
            </a:xfrm>
            <a:custGeom>
              <a:avLst/>
              <a:gdLst/>
              <a:ahLst/>
              <a:cxnLst/>
              <a:rect l="l" t="t" r="r" b="b"/>
              <a:pathLst>
                <a:path w="2136775" h="2190115">
                  <a:moveTo>
                    <a:pt x="2136738" y="0"/>
                  </a:moveTo>
                  <a:lnTo>
                    <a:pt x="2108366" y="28700"/>
                  </a:lnTo>
                  <a:lnTo>
                    <a:pt x="1406498" y="751500"/>
                  </a:lnTo>
                  <a:lnTo>
                    <a:pt x="1258954" y="900339"/>
                  </a:lnTo>
                  <a:lnTo>
                    <a:pt x="1232055" y="927913"/>
                  </a:lnTo>
                  <a:lnTo>
                    <a:pt x="1216877" y="944561"/>
                  </a:lnTo>
                  <a:lnTo>
                    <a:pt x="1182939" y="975820"/>
                  </a:lnTo>
                  <a:lnTo>
                    <a:pt x="1144276" y="1016405"/>
                  </a:lnTo>
                  <a:lnTo>
                    <a:pt x="1105781" y="1058550"/>
                  </a:lnTo>
                  <a:lnTo>
                    <a:pt x="1072350" y="1094489"/>
                  </a:lnTo>
                  <a:lnTo>
                    <a:pt x="684905" y="1489242"/>
                  </a:lnTo>
                  <a:lnTo>
                    <a:pt x="612703" y="1566040"/>
                  </a:lnTo>
                  <a:lnTo>
                    <a:pt x="562280" y="1618084"/>
                  </a:lnTo>
                  <a:lnTo>
                    <a:pt x="518405" y="1659771"/>
                  </a:lnTo>
                  <a:lnTo>
                    <a:pt x="493150" y="1676510"/>
                  </a:lnTo>
                  <a:lnTo>
                    <a:pt x="478145" y="1701017"/>
                  </a:lnTo>
                  <a:lnTo>
                    <a:pt x="459312" y="1723340"/>
                  </a:lnTo>
                  <a:lnTo>
                    <a:pt x="438372" y="1744109"/>
                  </a:lnTo>
                  <a:lnTo>
                    <a:pt x="417046" y="1763952"/>
                  </a:lnTo>
                  <a:lnTo>
                    <a:pt x="382106" y="1798584"/>
                  </a:lnTo>
                  <a:lnTo>
                    <a:pt x="336040" y="1845558"/>
                  </a:lnTo>
                  <a:lnTo>
                    <a:pt x="291547" y="1892785"/>
                  </a:lnTo>
                  <a:lnTo>
                    <a:pt x="261328" y="1928179"/>
                  </a:lnTo>
                  <a:lnTo>
                    <a:pt x="224356" y="1962920"/>
                  </a:lnTo>
                  <a:lnTo>
                    <a:pt x="188231" y="1998852"/>
                  </a:lnTo>
                  <a:lnTo>
                    <a:pt x="82607" y="2108149"/>
                  </a:lnTo>
                  <a:lnTo>
                    <a:pt x="47538" y="2143199"/>
                  </a:lnTo>
                  <a:lnTo>
                    <a:pt x="12152" y="2176617"/>
                  </a:lnTo>
                  <a:lnTo>
                    <a:pt x="0" y="2190112"/>
                  </a:lnTo>
                  <a:lnTo>
                    <a:pt x="2136738" y="2190112"/>
                  </a:lnTo>
                  <a:lnTo>
                    <a:pt x="2136738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117077" y="9118376"/>
              <a:ext cx="987425" cy="1109345"/>
            </a:xfrm>
            <a:custGeom>
              <a:avLst/>
              <a:gdLst/>
              <a:ahLst/>
              <a:cxnLst/>
              <a:rect l="l" t="t" r="r" b="b"/>
              <a:pathLst>
                <a:path w="987425" h="1109345">
                  <a:moveTo>
                    <a:pt x="987021" y="0"/>
                  </a:moveTo>
                  <a:lnTo>
                    <a:pt x="958584" y="28766"/>
                  </a:lnTo>
                  <a:lnTo>
                    <a:pt x="358093" y="647741"/>
                  </a:lnTo>
                  <a:lnTo>
                    <a:pt x="290591" y="717037"/>
                  </a:lnTo>
                  <a:lnTo>
                    <a:pt x="222761" y="786016"/>
                  </a:lnTo>
                  <a:lnTo>
                    <a:pt x="109171" y="900405"/>
                  </a:lnTo>
                  <a:lnTo>
                    <a:pt x="82272" y="927979"/>
                  </a:lnTo>
                  <a:lnTo>
                    <a:pt x="67095" y="944627"/>
                  </a:lnTo>
                  <a:lnTo>
                    <a:pt x="65009" y="948454"/>
                  </a:lnTo>
                  <a:lnTo>
                    <a:pt x="47009" y="973559"/>
                  </a:lnTo>
                  <a:lnTo>
                    <a:pt x="25676" y="997473"/>
                  </a:lnTo>
                  <a:lnTo>
                    <a:pt x="7757" y="1018948"/>
                  </a:lnTo>
                  <a:lnTo>
                    <a:pt x="0" y="1036737"/>
                  </a:lnTo>
                  <a:lnTo>
                    <a:pt x="13333" y="1053348"/>
                  </a:lnTo>
                  <a:lnTo>
                    <a:pt x="30566" y="1071769"/>
                  </a:lnTo>
                  <a:lnTo>
                    <a:pt x="48910" y="1090825"/>
                  </a:lnTo>
                  <a:lnTo>
                    <a:pt x="65578" y="1109339"/>
                  </a:lnTo>
                  <a:lnTo>
                    <a:pt x="85138" y="1088148"/>
                  </a:lnTo>
                  <a:lnTo>
                    <a:pt x="108152" y="1064643"/>
                  </a:lnTo>
                  <a:lnTo>
                    <a:pt x="132651" y="1044042"/>
                  </a:lnTo>
                  <a:lnTo>
                    <a:pt x="156666" y="1031566"/>
                  </a:lnTo>
                  <a:lnTo>
                    <a:pt x="185712" y="1004857"/>
                  </a:lnTo>
                  <a:lnTo>
                    <a:pt x="224846" y="965242"/>
                  </a:lnTo>
                  <a:lnTo>
                    <a:pt x="263507" y="924764"/>
                  </a:lnTo>
                  <a:lnTo>
                    <a:pt x="291141" y="895470"/>
                  </a:lnTo>
                  <a:lnTo>
                    <a:pt x="472796" y="706348"/>
                  </a:lnTo>
                  <a:lnTo>
                    <a:pt x="505922" y="672297"/>
                  </a:lnTo>
                  <a:lnTo>
                    <a:pt x="539463" y="638609"/>
                  </a:lnTo>
                  <a:lnTo>
                    <a:pt x="640801" y="538357"/>
                  </a:lnTo>
                  <a:lnTo>
                    <a:pt x="674226" y="504752"/>
                  </a:lnTo>
                  <a:lnTo>
                    <a:pt x="707178" y="470827"/>
                  </a:lnTo>
                  <a:lnTo>
                    <a:pt x="810975" y="362451"/>
                  </a:lnTo>
                  <a:lnTo>
                    <a:pt x="914960" y="254610"/>
                  </a:lnTo>
                  <a:lnTo>
                    <a:pt x="987021" y="180779"/>
                  </a:lnTo>
                  <a:lnTo>
                    <a:pt x="987021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28675" y="10063005"/>
              <a:ext cx="1045120" cy="10795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967361" y="11005358"/>
              <a:ext cx="386715" cy="303530"/>
            </a:xfrm>
            <a:custGeom>
              <a:avLst/>
              <a:gdLst/>
              <a:ahLst/>
              <a:cxnLst/>
              <a:rect l="l" t="t" r="r" b="b"/>
              <a:pathLst>
                <a:path w="386715" h="303529">
                  <a:moveTo>
                    <a:pt x="315810" y="0"/>
                  </a:moveTo>
                  <a:lnTo>
                    <a:pt x="290400" y="24659"/>
                  </a:lnTo>
                  <a:lnTo>
                    <a:pt x="277355" y="34393"/>
                  </a:lnTo>
                  <a:lnTo>
                    <a:pt x="261327" y="41265"/>
                  </a:lnTo>
                  <a:lnTo>
                    <a:pt x="224356" y="76006"/>
                  </a:lnTo>
                  <a:lnTo>
                    <a:pt x="188231" y="111938"/>
                  </a:lnTo>
                  <a:lnTo>
                    <a:pt x="152719" y="148497"/>
                  </a:lnTo>
                  <a:lnTo>
                    <a:pt x="117589" y="185118"/>
                  </a:lnTo>
                  <a:lnTo>
                    <a:pt x="82606" y="221235"/>
                  </a:lnTo>
                  <a:lnTo>
                    <a:pt x="47538" y="256285"/>
                  </a:lnTo>
                  <a:lnTo>
                    <a:pt x="12151" y="289702"/>
                  </a:lnTo>
                  <a:lnTo>
                    <a:pt x="0" y="303198"/>
                  </a:lnTo>
                  <a:lnTo>
                    <a:pt x="180899" y="303198"/>
                  </a:lnTo>
                  <a:lnTo>
                    <a:pt x="192956" y="291201"/>
                  </a:lnTo>
                  <a:lnTo>
                    <a:pt x="230222" y="253399"/>
                  </a:lnTo>
                  <a:lnTo>
                    <a:pt x="266847" y="215207"/>
                  </a:lnTo>
                  <a:lnTo>
                    <a:pt x="302634" y="176520"/>
                  </a:lnTo>
                  <a:lnTo>
                    <a:pt x="337385" y="137231"/>
                  </a:lnTo>
                  <a:lnTo>
                    <a:pt x="348055" y="114906"/>
                  </a:lnTo>
                  <a:lnTo>
                    <a:pt x="356921" y="99837"/>
                  </a:lnTo>
                  <a:lnTo>
                    <a:pt x="368204" y="86149"/>
                  </a:lnTo>
                  <a:lnTo>
                    <a:pt x="386130" y="67966"/>
                  </a:lnTo>
                  <a:lnTo>
                    <a:pt x="368927" y="50583"/>
                  </a:lnTo>
                  <a:lnTo>
                    <a:pt x="351467" y="33459"/>
                  </a:lnTo>
                  <a:lnTo>
                    <a:pt x="333759" y="16597"/>
                  </a:lnTo>
                  <a:lnTo>
                    <a:pt x="315810" y="0"/>
                  </a:lnTo>
                  <a:close/>
                </a:path>
              </a:pathLst>
            </a:custGeom>
            <a:solidFill>
              <a:srgbClr val="DBCC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841298" y="10671473"/>
              <a:ext cx="4138295" cy="637540"/>
            </a:xfrm>
            <a:custGeom>
              <a:avLst/>
              <a:gdLst/>
              <a:ahLst/>
              <a:cxnLst/>
              <a:rect l="l" t="t" r="r" b="b"/>
              <a:pathLst>
                <a:path w="4138294" h="637540">
                  <a:moveTo>
                    <a:pt x="4138193" y="623595"/>
                  </a:moveTo>
                  <a:lnTo>
                    <a:pt x="4113580" y="586143"/>
                  </a:lnTo>
                  <a:lnTo>
                    <a:pt x="4088663" y="546646"/>
                  </a:lnTo>
                  <a:lnTo>
                    <a:pt x="4063860" y="506272"/>
                  </a:lnTo>
                  <a:lnTo>
                    <a:pt x="4016184" y="427672"/>
                  </a:lnTo>
                  <a:lnTo>
                    <a:pt x="3965003" y="428371"/>
                  </a:lnTo>
                  <a:lnTo>
                    <a:pt x="3913441" y="428523"/>
                  </a:lnTo>
                  <a:lnTo>
                    <a:pt x="3708577" y="427443"/>
                  </a:lnTo>
                  <a:lnTo>
                    <a:pt x="3504412" y="427126"/>
                  </a:lnTo>
                  <a:lnTo>
                    <a:pt x="2585288" y="429590"/>
                  </a:lnTo>
                  <a:lnTo>
                    <a:pt x="2381135" y="428917"/>
                  </a:lnTo>
                  <a:lnTo>
                    <a:pt x="2228100" y="427647"/>
                  </a:lnTo>
                  <a:lnTo>
                    <a:pt x="2254542" y="424548"/>
                  </a:lnTo>
                  <a:lnTo>
                    <a:pt x="2271484" y="419328"/>
                  </a:lnTo>
                  <a:lnTo>
                    <a:pt x="2283371" y="407060"/>
                  </a:lnTo>
                  <a:lnTo>
                    <a:pt x="2294674" y="382816"/>
                  </a:lnTo>
                  <a:lnTo>
                    <a:pt x="2280577" y="360934"/>
                  </a:lnTo>
                  <a:lnTo>
                    <a:pt x="2251468" y="351675"/>
                  </a:lnTo>
                  <a:lnTo>
                    <a:pt x="2225891" y="349948"/>
                  </a:lnTo>
                  <a:lnTo>
                    <a:pt x="2225891" y="427685"/>
                  </a:lnTo>
                  <a:lnTo>
                    <a:pt x="2174570" y="428764"/>
                  </a:lnTo>
                  <a:lnTo>
                    <a:pt x="2225891" y="427685"/>
                  </a:lnTo>
                  <a:lnTo>
                    <a:pt x="2225891" y="349948"/>
                  </a:lnTo>
                  <a:lnTo>
                    <a:pt x="2216302" y="349300"/>
                  </a:lnTo>
                  <a:lnTo>
                    <a:pt x="2184069" y="348043"/>
                  </a:lnTo>
                  <a:lnTo>
                    <a:pt x="2233053" y="346760"/>
                  </a:lnTo>
                  <a:lnTo>
                    <a:pt x="2285974" y="346697"/>
                  </a:lnTo>
                  <a:lnTo>
                    <a:pt x="2389073" y="347459"/>
                  </a:lnTo>
                  <a:lnTo>
                    <a:pt x="3963378" y="347472"/>
                  </a:lnTo>
                  <a:lnTo>
                    <a:pt x="3938460" y="305676"/>
                  </a:lnTo>
                  <a:lnTo>
                    <a:pt x="3913035" y="264160"/>
                  </a:lnTo>
                  <a:lnTo>
                    <a:pt x="3835565" y="140385"/>
                  </a:lnTo>
                  <a:lnTo>
                    <a:pt x="3794607" y="74358"/>
                  </a:lnTo>
                  <a:lnTo>
                    <a:pt x="3762222" y="26314"/>
                  </a:lnTo>
                  <a:lnTo>
                    <a:pt x="3706114" y="952"/>
                  </a:lnTo>
                  <a:lnTo>
                    <a:pt x="3662527" y="431"/>
                  </a:lnTo>
                  <a:lnTo>
                    <a:pt x="3578352" y="1270"/>
                  </a:lnTo>
                  <a:lnTo>
                    <a:pt x="3312858" y="1498"/>
                  </a:lnTo>
                  <a:lnTo>
                    <a:pt x="1918779" y="1574"/>
                  </a:lnTo>
                  <a:lnTo>
                    <a:pt x="1918779" y="428625"/>
                  </a:lnTo>
                  <a:lnTo>
                    <a:pt x="1281772" y="427532"/>
                  </a:lnTo>
                  <a:lnTo>
                    <a:pt x="1899615" y="428536"/>
                  </a:lnTo>
                  <a:lnTo>
                    <a:pt x="1918779" y="428625"/>
                  </a:lnTo>
                  <a:lnTo>
                    <a:pt x="1918779" y="1574"/>
                  </a:lnTo>
                  <a:lnTo>
                    <a:pt x="1280388" y="1612"/>
                  </a:lnTo>
                  <a:lnTo>
                    <a:pt x="1280388" y="427570"/>
                  </a:lnTo>
                  <a:lnTo>
                    <a:pt x="1236802" y="428917"/>
                  </a:lnTo>
                  <a:lnTo>
                    <a:pt x="1280388" y="427570"/>
                  </a:lnTo>
                  <a:lnTo>
                    <a:pt x="1280388" y="1612"/>
                  </a:lnTo>
                  <a:lnTo>
                    <a:pt x="1140180" y="1612"/>
                  </a:lnTo>
                  <a:lnTo>
                    <a:pt x="1140180" y="429602"/>
                  </a:lnTo>
                  <a:lnTo>
                    <a:pt x="947293" y="428066"/>
                  </a:lnTo>
                  <a:lnTo>
                    <a:pt x="884072" y="427990"/>
                  </a:lnTo>
                  <a:lnTo>
                    <a:pt x="947293" y="428066"/>
                  </a:lnTo>
                  <a:lnTo>
                    <a:pt x="1140180" y="429602"/>
                  </a:lnTo>
                  <a:lnTo>
                    <a:pt x="1140180" y="1612"/>
                  </a:lnTo>
                  <a:lnTo>
                    <a:pt x="883005" y="1625"/>
                  </a:lnTo>
                  <a:lnTo>
                    <a:pt x="883005" y="428002"/>
                  </a:lnTo>
                  <a:lnTo>
                    <a:pt x="829767" y="429056"/>
                  </a:lnTo>
                  <a:lnTo>
                    <a:pt x="883005" y="428002"/>
                  </a:lnTo>
                  <a:lnTo>
                    <a:pt x="883005" y="1625"/>
                  </a:lnTo>
                  <a:lnTo>
                    <a:pt x="807415" y="1625"/>
                  </a:lnTo>
                  <a:lnTo>
                    <a:pt x="732396" y="317"/>
                  </a:lnTo>
                  <a:lnTo>
                    <a:pt x="732396" y="440613"/>
                  </a:lnTo>
                  <a:lnTo>
                    <a:pt x="705662" y="447687"/>
                  </a:lnTo>
                  <a:lnTo>
                    <a:pt x="732396" y="440613"/>
                  </a:lnTo>
                  <a:lnTo>
                    <a:pt x="732396" y="317"/>
                  </a:lnTo>
                  <a:lnTo>
                    <a:pt x="717969" y="63"/>
                  </a:lnTo>
                  <a:lnTo>
                    <a:pt x="665238" y="0"/>
                  </a:lnTo>
                  <a:lnTo>
                    <a:pt x="610895" y="2019"/>
                  </a:lnTo>
                  <a:lnTo>
                    <a:pt x="557733" y="7315"/>
                  </a:lnTo>
                  <a:lnTo>
                    <a:pt x="508520" y="17094"/>
                  </a:lnTo>
                  <a:lnTo>
                    <a:pt x="466064" y="32550"/>
                  </a:lnTo>
                  <a:lnTo>
                    <a:pt x="433146" y="54889"/>
                  </a:lnTo>
                  <a:lnTo>
                    <a:pt x="398411" y="90906"/>
                  </a:lnTo>
                  <a:lnTo>
                    <a:pt x="364845" y="130263"/>
                  </a:lnTo>
                  <a:lnTo>
                    <a:pt x="332282" y="172046"/>
                  </a:lnTo>
                  <a:lnTo>
                    <a:pt x="300520" y="215366"/>
                  </a:lnTo>
                  <a:lnTo>
                    <a:pt x="269379" y="259321"/>
                  </a:lnTo>
                  <a:lnTo>
                    <a:pt x="238683" y="303022"/>
                  </a:lnTo>
                  <a:lnTo>
                    <a:pt x="208241" y="345554"/>
                  </a:lnTo>
                  <a:lnTo>
                    <a:pt x="177863" y="386041"/>
                  </a:lnTo>
                  <a:lnTo>
                    <a:pt x="159448" y="410121"/>
                  </a:lnTo>
                  <a:lnTo>
                    <a:pt x="133946" y="443979"/>
                  </a:lnTo>
                  <a:lnTo>
                    <a:pt x="109435" y="477342"/>
                  </a:lnTo>
                  <a:lnTo>
                    <a:pt x="93967" y="499897"/>
                  </a:lnTo>
                  <a:lnTo>
                    <a:pt x="65760" y="543242"/>
                  </a:lnTo>
                  <a:lnTo>
                    <a:pt x="36779" y="585622"/>
                  </a:lnTo>
                  <a:lnTo>
                    <a:pt x="7162" y="627278"/>
                  </a:lnTo>
                  <a:lnTo>
                    <a:pt x="0" y="637082"/>
                  </a:lnTo>
                  <a:lnTo>
                    <a:pt x="495604" y="637082"/>
                  </a:lnTo>
                  <a:lnTo>
                    <a:pt x="4126039" y="637082"/>
                  </a:lnTo>
                  <a:lnTo>
                    <a:pt x="4138193" y="623595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68750" y="11016704"/>
              <a:ext cx="1367181" cy="8436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29242" y="11018724"/>
              <a:ext cx="577215" cy="290195"/>
            </a:xfrm>
            <a:custGeom>
              <a:avLst/>
              <a:gdLst/>
              <a:ahLst/>
              <a:cxnLst/>
              <a:rect l="l" t="t" r="r" b="b"/>
              <a:pathLst>
                <a:path w="577215" h="290195">
                  <a:moveTo>
                    <a:pt x="527631" y="67"/>
                  </a:moveTo>
                  <a:lnTo>
                    <a:pt x="477031" y="0"/>
                  </a:lnTo>
                  <a:lnTo>
                    <a:pt x="425771" y="1634"/>
                  </a:lnTo>
                  <a:lnTo>
                    <a:pt x="374694" y="6052"/>
                  </a:lnTo>
                  <a:lnTo>
                    <a:pt x="324641" y="14335"/>
                  </a:lnTo>
                  <a:lnTo>
                    <a:pt x="276453" y="27563"/>
                  </a:lnTo>
                  <a:lnTo>
                    <a:pt x="230973" y="46817"/>
                  </a:lnTo>
                  <a:lnTo>
                    <a:pt x="189043" y="73178"/>
                  </a:lnTo>
                  <a:lnTo>
                    <a:pt x="151504" y="107727"/>
                  </a:lnTo>
                  <a:lnTo>
                    <a:pt x="106577" y="160149"/>
                  </a:lnTo>
                  <a:lnTo>
                    <a:pt x="74662" y="198516"/>
                  </a:lnTo>
                  <a:lnTo>
                    <a:pt x="38374" y="242668"/>
                  </a:lnTo>
                  <a:lnTo>
                    <a:pt x="0" y="289831"/>
                  </a:lnTo>
                  <a:lnTo>
                    <a:pt x="107632" y="289831"/>
                  </a:lnTo>
                  <a:lnTo>
                    <a:pt x="152859" y="233419"/>
                  </a:lnTo>
                  <a:lnTo>
                    <a:pt x="188419" y="192692"/>
                  </a:lnTo>
                  <a:lnTo>
                    <a:pt x="221224" y="159872"/>
                  </a:lnTo>
                  <a:lnTo>
                    <a:pt x="252732" y="134117"/>
                  </a:lnTo>
                  <a:lnTo>
                    <a:pt x="317679" y="100426"/>
                  </a:lnTo>
                  <a:lnTo>
                    <a:pt x="394916" y="84876"/>
                  </a:lnTo>
                  <a:lnTo>
                    <a:pt x="441786" y="81795"/>
                  </a:lnTo>
                  <a:lnTo>
                    <a:pt x="496098" y="80720"/>
                  </a:lnTo>
                  <a:lnTo>
                    <a:pt x="559310" y="80807"/>
                  </a:lnTo>
                  <a:lnTo>
                    <a:pt x="553217" y="77019"/>
                  </a:lnTo>
                  <a:lnTo>
                    <a:pt x="548470" y="71405"/>
                  </a:lnTo>
                  <a:lnTo>
                    <a:pt x="545734" y="64759"/>
                  </a:lnTo>
                  <a:lnTo>
                    <a:pt x="539494" y="40596"/>
                  </a:lnTo>
                  <a:lnTo>
                    <a:pt x="543472" y="22952"/>
                  </a:lnTo>
                  <a:lnTo>
                    <a:pt x="556331" y="10211"/>
                  </a:lnTo>
                  <a:lnTo>
                    <a:pt x="576731" y="757"/>
                  </a:lnTo>
                  <a:lnTo>
                    <a:pt x="527631" y="67"/>
                  </a:lnTo>
                  <a:close/>
                </a:path>
              </a:pathLst>
            </a:custGeom>
            <a:solidFill>
              <a:srgbClr val="997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364030" y="8710317"/>
              <a:ext cx="1740535" cy="2084705"/>
            </a:xfrm>
            <a:custGeom>
              <a:avLst/>
              <a:gdLst/>
              <a:ahLst/>
              <a:cxnLst/>
              <a:rect l="l" t="t" r="r" b="b"/>
              <a:pathLst>
                <a:path w="1740534" h="2084704">
                  <a:moveTo>
                    <a:pt x="1740069" y="0"/>
                  </a:moveTo>
                  <a:lnTo>
                    <a:pt x="1722279" y="18081"/>
                  </a:lnTo>
                  <a:lnTo>
                    <a:pt x="1687233" y="53178"/>
                  </a:lnTo>
                  <a:lnTo>
                    <a:pt x="1631324" y="108241"/>
                  </a:lnTo>
                  <a:lnTo>
                    <a:pt x="1610964" y="128762"/>
                  </a:lnTo>
                  <a:lnTo>
                    <a:pt x="1590782" y="149459"/>
                  </a:lnTo>
                  <a:lnTo>
                    <a:pt x="1399271" y="348341"/>
                  </a:lnTo>
                  <a:lnTo>
                    <a:pt x="1343561" y="406906"/>
                  </a:lnTo>
                  <a:lnTo>
                    <a:pt x="1312206" y="438590"/>
                  </a:lnTo>
                  <a:lnTo>
                    <a:pt x="1286465" y="462242"/>
                  </a:lnTo>
                  <a:lnTo>
                    <a:pt x="1251170" y="499698"/>
                  </a:lnTo>
                  <a:lnTo>
                    <a:pt x="1216163" y="534771"/>
                  </a:lnTo>
                  <a:lnTo>
                    <a:pt x="1181077" y="569232"/>
                  </a:lnTo>
                  <a:lnTo>
                    <a:pt x="1145542" y="604854"/>
                  </a:lnTo>
                  <a:lnTo>
                    <a:pt x="790245" y="971851"/>
                  </a:lnTo>
                  <a:lnTo>
                    <a:pt x="391231" y="1379401"/>
                  </a:lnTo>
                  <a:lnTo>
                    <a:pt x="362083" y="1410597"/>
                  </a:lnTo>
                  <a:lnTo>
                    <a:pt x="320639" y="1455399"/>
                  </a:lnTo>
                  <a:lnTo>
                    <a:pt x="279355" y="1498520"/>
                  </a:lnTo>
                  <a:lnTo>
                    <a:pt x="250687" y="1524671"/>
                  </a:lnTo>
                  <a:lnTo>
                    <a:pt x="221483" y="1556842"/>
                  </a:lnTo>
                  <a:lnTo>
                    <a:pt x="188914" y="1591732"/>
                  </a:lnTo>
                  <a:lnTo>
                    <a:pt x="154460" y="1627797"/>
                  </a:lnTo>
                  <a:lnTo>
                    <a:pt x="119598" y="1663492"/>
                  </a:lnTo>
                  <a:lnTo>
                    <a:pt x="85808" y="1697273"/>
                  </a:lnTo>
                  <a:lnTo>
                    <a:pt x="54570" y="1727597"/>
                  </a:lnTo>
                  <a:lnTo>
                    <a:pt x="24780" y="1771727"/>
                  </a:lnTo>
                  <a:lnTo>
                    <a:pt x="7088" y="1813571"/>
                  </a:lnTo>
                  <a:lnTo>
                    <a:pt x="0" y="1853630"/>
                  </a:lnTo>
                  <a:lnTo>
                    <a:pt x="2020" y="1892406"/>
                  </a:lnTo>
                  <a:lnTo>
                    <a:pt x="11654" y="1930403"/>
                  </a:lnTo>
                  <a:lnTo>
                    <a:pt x="27408" y="1968122"/>
                  </a:lnTo>
                  <a:lnTo>
                    <a:pt x="47787" y="2006065"/>
                  </a:lnTo>
                  <a:lnTo>
                    <a:pt x="71295" y="2044735"/>
                  </a:lnTo>
                  <a:lnTo>
                    <a:pt x="96439" y="2084635"/>
                  </a:lnTo>
                  <a:lnTo>
                    <a:pt x="121693" y="2067896"/>
                  </a:lnTo>
                  <a:lnTo>
                    <a:pt x="165568" y="2026209"/>
                  </a:lnTo>
                  <a:lnTo>
                    <a:pt x="215991" y="1974165"/>
                  </a:lnTo>
                  <a:lnTo>
                    <a:pt x="288194" y="1897367"/>
                  </a:lnTo>
                  <a:lnTo>
                    <a:pt x="675639" y="1502614"/>
                  </a:lnTo>
                  <a:lnTo>
                    <a:pt x="709070" y="1466675"/>
                  </a:lnTo>
                  <a:lnTo>
                    <a:pt x="747564" y="1424530"/>
                  </a:lnTo>
                  <a:lnTo>
                    <a:pt x="786228" y="1383945"/>
                  </a:lnTo>
                  <a:lnTo>
                    <a:pt x="820166" y="1352685"/>
                  </a:lnTo>
                  <a:lnTo>
                    <a:pt x="835343" y="1336037"/>
                  </a:lnTo>
                  <a:lnTo>
                    <a:pt x="862242" y="1308463"/>
                  </a:lnTo>
                  <a:lnTo>
                    <a:pt x="941802" y="1228443"/>
                  </a:lnTo>
                  <a:lnTo>
                    <a:pt x="1009786" y="1159625"/>
                  </a:lnTo>
                  <a:lnTo>
                    <a:pt x="1077455" y="1090487"/>
                  </a:lnTo>
                  <a:lnTo>
                    <a:pt x="1711654" y="436824"/>
                  </a:lnTo>
                  <a:lnTo>
                    <a:pt x="1740069" y="408081"/>
                  </a:lnTo>
                  <a:lnTo>
                    <a:pt x="1740069" y="0"/>
                  </a:lnTo>
                  <a:close/>
                </a:path>
              </a:pathLst>
            </a:custGeom>
            <a:solidFill>
              <a:srgbClr val="137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315330" y="9627851"/>
              <a:ext cx="839469" cy="810260"/>
            </a:xfrm>
            <a:custGeom>
              <a:avLst/>
              <a:gdLst/>
              <a:ahLst/>
              <a:cxnLst/>
              <a:rect l="l" t="t" r="r" b="b"/>
              <a:pathLst>
                <a:path w="839469" h="810259">
                  <a:moveTo>
                    <a:pt x="838949" y="54330"/>
                  </a:moveTo>
                  <a:lnTo>
                    <a:pt x="809955" y="53733"/>
                  </a:lnTo>
                  <a:lnTo>
                    <a:pt x="782129" y="40792"/>
                  </a:lnTo>
                  <a:lnTo>
                    <a:pt x="756539" y="21031"/>
                  </a:lnTo>
                  <a:lnTo>
                    <a:pt x="734301" y="0"/>
                  </a:lnTo>
                  <a:lnTo>
                    <a:pt x="724331" y="9321"/>
                  </a:lnTo>
                  <a:lnTo>
                    <a:pt x="716851" y="15951"/>
                  </a:lnTo>
                  <a:lnTo>
                    <a:pt x="709079" y="22186"/>
                  </a:lnTo>
                  <a:lnTo>
                    <a:pt x="698258" y="30340"/>
                  </a:lnTo>
                  <a:lnTo>
                    <a:pt x="668896" y="56159"/>
                  </a:lnTo>
                  <a:lnTo>
                    <a:pt x="639965" y="86969"/>
                  </a:lnTo>
                  <a:lnTo>
                    <a:pt x="611517" y="118960"/>
                  </a:lnTo>
                  <a:lnTo>
                    <a:pt x="583565" y="148310"/>
                  </a:lnTo>
                  <a:lnTo>
                    <a:pt x="545350" y="186194"/>
                  </a:lnTo>
                  <a:lnTo>
                    <a:pt x="508165" y="224472"/>
                  </a:lnTo>
                  <a:lnTo>
                    <a:pt x="434657" y="301358"/>
                  </a:lnTo>
                  <a:lnTo>
                    <a:pt x="397243" y="339521"/>
                  </a:lnTo>
                  <a:lnTo>
                    <a:pt x="358660" y="377240"/>
                  </a:lnTo>
                  <a:lnTo>
                    <a:pt x="324523" y="410222"/>
                  </a:lnTo>
                  <a:lnTo>
                    <a:pt x="274624" y="459244"/>
                  </a:lnTo>
                  <a:lnTo>
                    <a:pt x="227152" y="507022"/>
                  </a:lnTo>
                  <a:lnTo>
                    <a:pt x="200291" y="536270"/>
                  </a:lnTo>
                  <a:lnTo>
                    <a:pt x="168986" y="568121"/>
                  </a:lnTo>
                  <a:lnTo>
                    <a:pt x="123367" y="613765"/>
                  </a:lnTo>
                  <a:lnTo>
                    <a:pt x="74460" y="663346"/>
                  </a:lnTo>
                  <a:lnTo>
                    <a:pt x="33324" y="706970"/>
                  </a:lnTo>
                  <a:lnTo>
                    <a:pt x="3162" y="749173"/>
                  </a:lnTo>
                  <a:lnTo>
                    <a:pt x="0" y="763371"/>
                  </a:lnTo>
                  <a:lnTo>
                    <a:pt x="16167" y="783793"/>
                  </a:lnTo>
                  <a:lnTo>
                    <a:pt x="44894" y="798588"/>
                  </a:lnTo>
                  <a:lnTo>
                    <a:pt x="76987" y="807453"/>
                  </a:lnTo>
                  <a:lnTo>
                    <a:pt x="103276" y="810069"/>
                  </a:lnTo>
                  <a:lnTo>
                    <a:pt x="134505" y="779754"/>
                  </a:lnTo>
                  <a:lnTo>
                    <a:pt x="168300" y="745972"/>
                  </a:lnTo>
                  <a:lnTo>
                    <a:pt x="203161" y="710272"/>
                  </a:lnTo>
                  <a:lnTo>
                    <a:pt x="237617" y="674204"/>
                  </a:lnTo>
                  <a:lnTo>
                    <a:pt x="270179" y="639318"/>
                  </a:lnTo>
                  <a:lnTo>
                    <a:pt x="299389" y="607148"/>
                  </a:lnTo>
                  <a:lnTo>
                    <a:pt x="328053" y="580999"/>
                  </a:lnTo>
                  <a:lnTo>
                    <a:pt x="369341" y="537870"/>
                  </a:lnTo>
                  <a:lnTo>
                    <a:pt x="410781" y="493077"/>
                  </a:lnTo>
                  <a:lnTo>
                    <a:pt x="439928" y="461873"/>
                  </a:lnTo>
                  <a:lnTo>
                    <a:pt x="838949" y="5433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49656" y="8606098"/>
              <a:ext cx="1050925" cy="1076325"/>
            </a:xfrm>
            <a:custGeom>
              <a:avLst/>
              <a:gdLst/>
              <a:ahLst/>
              <a:cxnLst/>
              <a:rect l="l" t="t" r="r" b="b"/>
              <a:pathLst>
                <a:path w="1050925" h="1076325">
                  <a:moveTo>
                    <a:pt x="1050695" y="0"/>
                  </a:moveTo>
                  <a:lnTo>
                    <a:pt x="1017187" y="26199"/>
                  </a:lnTo>
                  <a:lnTo>
                    <a:pt x="984744" y="54935"/>
                  </a:lnTo>
                  <a:lnTo>
                    <a:pt x="944463" y="91536"/>
                  </a:lnTo>
                  <a:lnTo>
                    <a:pt x="898312" y="134081"/>
                  </a:lnTo>
                  <a:lnTo>
                    <a:pt x="848257" y="180649"/>
                  </a:lnTo>
                  <a:lnTo>
                    <a:pt x="796265" y="229320"/>
                  </a:lnTo>
                  <a:lnTo>
                    <a:pt x="553749" y="457984"/>
                  </a:lnTo>
                  <a:lnTo>
                    <a:pt x="543257" y="467611"/>
                  </a:lnTo>
                  <a:lnTo>
                    <a:pt x="507612" y="498443"/>
                  </a:lnTo>
                  <a:lnTo>
                    <a:pt x="472257" y="530282"/>
                  </a:lnTo>
                  <a:lnTo>
                    <a:pt x="437234" y="562946"/>
                  </a:lnTo>
                  <a:lnTo>
                    <a:pt x="402582" y="596248"/>
                  </a:lnTo>
                  <a:lnTo>
                    <a:pt x="368344" y="630004"/>
                  </a:lnTo>
                  <a:lnTo>
                    <a:pt x="334561" y="664027"/>
                  </a:lnTo>
                  <a:lnTo>
                    <a:pt x="301273" y="698135"/>
                  </a:lnTo>
                  <a:lnTo>
                    <a:pt x="268522" y="732140"/>
                  </a:lnTo>
                  <a:lnTo>
                    <a:pt x="232938" y="770193"/>
                  </a:lnTo>
                  <a:lnTo>
                    <a:pt x="163630" y="846551"/>
                  </a:lnTo>
                  <a:lnTo>
                    <a:pt x="128277" y="884370"/>
                  </a:lnTo>
                  <a:lnTo>
                    <a:pt x="91372" y="921628"/>
                  </a:lnTo>
                  <a:lnTo>
                    <a:pt x="68447" y="946171"/>
                  </a:lnTo>
                  <a:lnTo>
                    <a:pt x="47517" y="971237"/>
                  </a:lnTo>
                  <a:lnTo>
                    <a:pt x="25672" y="996530"/>
                  </a:lnTo>
                  <a:lnTo>
                    <a:pt x="0" y="1021753"/>
                  </a:lnTo>
                  <a:lnTo>
                    <a:pt x="22239" y="1042781"/>
                  </a:lnTo>
                  <a:lnTo>
                    <a:pt x="47825" y="1062539"/>
                  </a:lnTo>
                  <a:lnTo>
                    <a:pt x="75661" y="1075485"/>
                  </a:lnTo>
                  <a:lnTo>
                    <a:pt x="104649" y="1076077"/>
                  </a:lnTo>
                  <a:lnTo>
                    <a:pt x="459945" y="709080"/>
                  </a:lnTo>
                  <a:lnTo>
                    <a:pt x="495481" y="673458"/>
                  </a:lnTo>
                  <a:lnTo>
                    <a:pt x="530567" y="638996"/>
                  </a:lnTo>
                  <a:lnTo>
                    <a:pt x="565573" y="603924"/>
                  </a:lnTo>
                  <a:lnTo>
                    <a:pt x="600869" y="566467"/>
                  </a:lnTo>
                  <a:lnTo>
                    <a:pt x="614550" y="552463"/>
                  </a:lnTo>
                  <a:lnTo>
                    <a:pt x="639861" y="527529"/>
                  </a:lnTo>
                  <a:lnTo>
                    <a:pt x="763371" y="407509"/>
                  </a:lnTo>
                  <a:lnTo>
                    <a:pt x="863145" y="310167"/>
                  </a:lnTo>
                  <a:lnTo>
                    <a:pt x="911599" y="262404"/>
                  </a:lnTo>
                  <a:lnTo>
                    <a:pt x="956136" y="217960"/>
                  </a:lnTo>
                  <a:lnTo>
                    <a:pt x="994535" y="178870"/>
                  </a:lnTo>
                  <a:lnTo>
                    <a:pt x="1024576" y="147171"/>
                  </a:lnTo>
                  <a:lnTo>
                    <a:pt x="1050695" y="114086"/>
                  </a:lnTo>
                  <a:lnTo>
                    <a:pt x="1050695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5997" y="10362602"/>
              <a:ext cx="244475" cy="520065"/>
            </a:xfrm>
            <a:custGeom>
              <a:avLst/>
              <a:gdLst/>
              <a:ahLst/>
              <a:cxnLst/>
              <a:rect l="l" t="t" r="r" b="b"/>
              <a:pathLst>
                <a:path w="244475" h="520065">
                  <a:moveTo>
                    <a:pt x="110320" y="0"/>
                  </a:moveTo>
                  <a:lnTo>
                    <a:pt x="70055" y="39386"/>
                  </a:lnTo>
                  <a:lnTo>
                    <a:pt x="39520" y="76945"/>
                  </a:lnTo>
                  <a:lnTo>
                    <a:pt x="18086" y="113184"/>
                  </a:lnTo>
                  <a:lnTo>
                    <a:pt x="0" y="183726"/>
                  </a:lnTo>
                  <a:lnTo>
                    <a:pt x="2088" y="219042"/>
                  </a:lnTo>
                  <a:lnTo>
                    <a:pt x="25378" y="292295"/>
                  </a:lnTo>
                  <a:lnTo>
                    <a:pt x="45322" y="331245"/>
                  </a:lnTo>
                  <a:lnTo>
                    <a:pt x="69957" y="372419"/>
                  </a:lnTo>
                  <a:lnTo>
                    <a:pt x="132529" y="468177"/>
                  </a:lnTo>
                  <a:lnTo>
                    <a:pt x="168358" y="519791"/>
                  </a:lnTo>
                  <a:lnTo>
                    <a:pt x="189685" y="499947"/>
                  </a:lnTo>
                  <a:lnTo>
                    <a:pt x="210625" y="479178"/>
                  </a:lnTo>
                  <a:lnTo>
                    <a:pt x="229457" y="456855"/>
                  </a:lnTo>
                  <a:lnTo>
                    <a:pt x="244463" y="432348"/>
                  </a:lnTo>
                  <a:lnTo>
                    <a:pt x="219319" y="392449"/>
                  </a:lnTo>
                  <a:lnTo>
                    <a:pt x="195811" y="353779"/>
                  </a:lnTo>
                  <a:lnTo>
                    <a:pt x="175432" y="315835"/>
                  </a:lnTo>
                  <a:lnTo>
                    <a:pt x="159678" y="278117"/>
                  </a:lnTo>
                  <a:lnTo>
                    <a:pt x="150044" y="240120"/>
                  </a:lnTo>
                  <a:lnTo>
                    <a:pt x="148023" y="201343"/>
                  </a:lnTo>
                  <a:lnTo>
                    <a:pt x="155112" y="161284"/>
                  </a:lnTo>
                  <a:lnTo>
                    <a:pt x="172804" y="119441"/>
                  </a:lnTo>
                  <a:lnTo>
                    <a:pt x="202594" y="75311"/>
                  </a:lnTo>
                  <a:lnTo>
                    <a:pt x="176315" y="72694"/>
                  </a:lnTo>
                  <a:lnTo>
                    <a:pt x="144217" y="63827"/>
                  </a:lnTo>
                  <a:lnTo>
                    <a:pt x="115489" y="49026"/>
                  </a:lnTo>
                  <a:lnTo>
                    <a:pt x="99319" y="28606"/>
                  </a:lnTo>
                  <a:lnTo>
                    <a:pt x="99538" y="22069"/>
                  </a:lnTo>
                  <a:lnTo>
                    <a:pt x="102490" y="14412"/>
                  </a:lnTo>
                  <a:lnTo>
                    <a:pt x="110320" y="0"/>
                  </a:lnTo>
                  <a:close/>
                </a:path>
              </a:pathLst>
            </a:custGeom>
            <a:solidFill>
              <a:srgbClr val="D5C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931015" y="11169508"/>
              <a:ext cx="2004695" cy="139065"/>
            </a:xfrm>
            <a:custGeom>
              <a:avLst/>
              <a:gdLst/>
              <a:ahLst/>
              <a:cxnLst/>
              <a:rect l="l" t="t" r="r" b="b"/>
              <a:pathLst>
                <a:path w="2004694" h="139065">
                  <a:moveTo>
                    <a:pt x="1952700" y="38"/>
                  </a:moveTo>
                  <a:lnTo>
                    <a:pt x="1893835" y="0"/>
                  </a:lnTo>
                  <a:lnTo>
                    <a:pt x="1781161" y="1288"/>
                  </a:lnTo>
                  <a:lnTo>
                    <a:pt x="1678039" y="1346"/>
                  </a:lnTo>
                  <a:lnTo>
                    <a:pt x="1523357" y="1971"/>
                  </a:lnTo>
                  <a:lnTo>
                    <a:pt x="1368680" y="3241"/>
                  </a:lnTo>
                  <a:lnTo>
                    <a:pt x="1348164" y="6239"/>
                  </a:lnTo>
                  <a:lnTo>
                    <a:pt x="1304330" y="7774"/>
                  </a:lnTo>
                  <a:lnTo>
                    <a:pt x="1244458" y="8227"/>
                  </a:lnTo>
                  <a:lnTo>
                    <a:pt x="1175824" y="7974"/>
                  </a:lnTo>
                  <a:lnTo>
                    <a:pt x="1041384" y="6865"/>
                  </a:lnTo>
                  <a:lnTo>
                    <a:pt x="990133" y="6765"/>
                  </a:lnTo>
                  <a:lnTo>
                    <a:pt x="959233" y="7472"/>
                  </a:lnTo>
                  <a:lnTo>
                    <a:pt x="909289" y="6070"/>
                  </a:lnTo>
                  <a:lnTo>
                    <a:pt x="858734" y="5281"/>
                  </a:lnTo>
                  <a:lnTo>
                    <a:pt x="807672" y="5004"/>
                  </a:lnTo>
                  <a:lnTo>
                    <a:pt x="756206" y="5142"/>
                  </a:lnTo>
                  <a:lnTo>
                    <a:pt x="704437" y="5595"/>
                  </a:lnTo>
                  <a:lnTo>
                    <a:pt x="548346" y="7858"/>
                  </a:lnTo>
                  <a:lnTo>
                    <a:pt x="444655" y="9131"/>
                  </a:lnTo>
                  <a:lnTo>
                    <a:pt x="393228" y="9400"/>
                  </a:lnTo>
                  <a:lnTo>
                    <a:pt x="342217" y="9293"/>
                  </a:lnTo>
                  <a:lnTo>
                    <a:pt x="291724" y="8710"/>
                  </a:lnTo>
                  <a:lnTo>
                    <a:pt x="241853" y="7553"/>
                  </a:lnTo>
                  <a:lnTo>
                    <a:pt x="192704" y="5723"/>
                  </a:lnTo>
                  <a:lnTo>
                    <a:pt x="149041" y="12092"/>
                  </a:lnTo>
                  <a:lnTo>
                    <a:pt x="111478" y="26213"/>
                  </a:lnTo>
                  <a:lnTo>
                    <a:pt x="78020" y="48673"/>
                  </a:lnTo>
                  <a:lnTo>
                    <a:pt x="46669" y="80059"/>
                  </a:lnTo>
                  <a:lnTo>
                    <a:pt x="16317" y="117313"/>
                  </a:lnTo>
                  <a:lnTo>
                    <a:pt x="0" y="139047"/>
                  </a:lnTo>
                  <a:lnTo>
                    <a:pt x="1910264" y="139047"/>
                  </a:lnTo>
                  <a:lnTo>
                    <a:pt x="1917425" y="129245"/>
                  </a:lnTo>
                  <a:lnTo>
                    <a:pt x="1947040" y="87587"/>
                  </a:lnTo>
                  <a:lnTo>
                    <a:pt x="1976028" y="45207"/>
                  </a:lnTo>
                  <a:lnTo>
                    <a:pt x="2004230" y="1863"/>
                  </a:lnTo>
                  <a:lnTo>
                    <a:pt x="1952700" y="38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797735" y="11163579"/>
              <a:ext cx="1151261" cy="14497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2422487" y="11263735"/>
              <a:ext cx="31115" cy="45085"/>
            </a:xfrm>
            <a:custGeom>
              <a:avLst/>
              <a:gdLst/>
              <a:ahLst/>
              <a:cxnLst/>
              <a:rect l="l" t="t" r="r" b="b"/>
              <a:pathLst>
                <a:path w="31115" h="45084">
                  <a:moveTo>
                    <a:pt x="19424" y="0"/>
                  </a:moveTo>
                  <a:lnTo>
                    <a:pt x="2792" y="35442"/>
                  </a:lnTo>
                  <a:lnTo>
                    <a:pt x="0" y="44820"/>
                  </a:lnTo>
                  <a:lnTo>
                    <a:pt x="26144" y="44820"/>
                  </a:lnTo>
                  <a:lnTo>
                    <a:pt x="30624" y="16447"/>
                  </a:lnTo>
                  <a:lnTo>
                    <a:pt x="28146" y="9819"/>
                  </a:lnTo>
                  <a:lnTo>
                    <a:pt x="26720" y="6458"/>
                  </a:lnTo>
                  <a:lnTo>
                    <a:pt x="24447" y="3980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rgbClr val="E0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44488" y="8399424"/>
              <a:ext cx="3461257" cy="189484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8517910" y="6804121"/>
              <a:ext cx="1586230" cy="1659889"/>
            </a:xfrm>
            <a:custGeom>
              <a:avLst/>
              <a:gdLst/>
              <a:ahLst/>
              <a:cxnLst/>
              <a:rect l="l" t="t" r="r" b="b"/>
              <a:pathLst>
                <a:path w="1586230" h="1659890">
                  <a:moveTo>
                    <a:pt x="1586189" y="0"/>
                  </a:moveTo>
                  <a:lnTo>
                    <a:pt x="891601" y="699088"/>
                  </a:lnTo>
                  <a:lnTo>
                    <a:pt x="823676" y="766349"/>
                  </a:lnTo>
                  <a:lnTo>
                    <a:pt x="790231" y="800146"/>
                  </a:lnTo>
                  <a:lnTo>
                    <a:pt x="757545" y="834912"/>
                  </a:lnTo>
                  <a:lnTo>
                    <a:pt x="725925" y="871291"/>
                  </a:lnTo>
                  <a:lnTo>
                    <a:pt x="714428" y="882145"/>
                  </a:lnTo>
                  <a:lnTo>
                    <a:pt x="699490" y="893833"/>
                  </a:lnTo>
                  <a:lnTo>
                    <a:pt x="685264" y="905470"/>
                  </a:lnTo>
                  <a:lnTo>
                    <a:pt x="675901" y="916175"/>
                  </a:lnTo>
                  <a:lnTo>
                    <a:pt x="640938" y="951549"/>
                  </a:lnTo>
                  <a:lnTo>
                    <a:pt x="606019" y="987382"/>
                  </a:lnTo>
                  <a:lnTo>
                    <a:pt x="466141" y="1132589"/>
                  </a:lnTo>
                  <a:lnTo>
                    <a:pt x="430966" y="1168683"/>
                  </a:lnTo>
                  <a:lnTo>
                    <a:pt x="395646" y="1204424"/>
                  </a:lnTo>
                  <a:lnTo>
                    <a:pt x="360150" y="1239676"/>
                  </a:lnTo>
                  <a:lnTo>
                    <a:pt x="285579" y="1312807"/>
                  </a:lnTo>
                  <a:lnTo>
                    <a:pt x="211106" y="1386357"/>
                  </a:lnTo>
                  <a:lnTo>
                    <a:pt x="174148" y="1423416"/>
                  </a:lnTo>
                  <a:lnTo>
                    <a:pt x="137505" y="1460733"/>
                  </a:lnTo>
                  <a:lnTo>
                    <a:pt x="101272" y="1498358"/>
                  </a:lnTo>
                  <a:lnTo>
                    <a:pt x="65548" y="1536343"/>
                  </a:lnTo>
                  <a:lnTo>
                    <a:pt x="52238" y="1549675"/>
                  </a:lnTo>
                  <a:lnTo>
                    <a:pt x="16658" y="1584486"/>
                  </a:lnTo>
                  <a:lnTo>
                    <a:pt x="0" y="1616654"/>
                  </a:lnTo>
                  <a:lnTo>
                    <a:pt x="435" y="1623316"/>
                  </a:lnTo>
                  <a:lnTo>
                    <a:pt x="4475" y="1633264"/>
                  </a:lnTo>
                  <a:lnTo>
                    <a:pt x="19259" y="1640374"/>
                  </a:lnTo>
                  <a:lnTo>
                    <a:pt x="42249" y="1641868"/>
                  </a:lnTo>
                  <a:lnTo>
                    <a:pt x="52366" y="1648970"/>
                  </a:lnTo>
                  <a:lnTo>
                    <a:pt x="52318" y="1659689"/>
                  </a:lnTo>
                  <a:lnTo>
                    <a:pt x="69827" y="1645948"/>
                  </a:lnTo>
                  <a:lnTo>
                    <a:pt x="77403" y="1642094"/>
                  </a:lnTo>
                  <a:lnTo>
                    <a:pt x="145496" y="1584231"/>
                  </a:lnTo>
                  <a:lnTo>
                    <a:pt x="190316" y="1538509"/>
                  </a:lnTo>
                  <a:lnTo>
                    <a:pt x="251802" y="1475169"/>
                  </a:lnTo>
                  <a:lnTo>
                    <a:pt x="547021" y="1178102"/>
                  </a:lnTo>
                  <a:lnTo>
                    <a:pt x="585344" y="1138655"/>
                  </a:lnTo>
                  <a:lnTo>
                    <a:pt x="622414" y="1099669"/>
                  </a:lnTo>
                  <a:lnTo>
                    <a:pt x="659910" y="1060725"/>
                  </a:lnTo>
                  <a:lnTo>
                    <a:pt x="699514" y="1021400"/>
                  </a:lnTo>
                  <a:lnTo>
                    <a:pt x="714757" y="1007382"/>
                  </a:lnTo>
                  <a:lnTo>
                    <a:pt x="740269" y="981567"/>
                  </a:lnTo>
                  <a:lnTo>
                    <a:pt x="782304" y="937979"/>
                  </a:lnTo>
                  <a:lnTo>
                    <a:pt x="971404" y="747341"/>
                  </a:lnTo>
                  <a:lnTo>
                    <a:pt x="1043973" y="674437"/>
                  </a:lnTo>
                  <a:lnTo>
                    <a:pt x="1152457" y="564629"/>
                  </a:lnTo>
                  <a:lnTo>
                    <a:pt x="1586189" y="121860"/>
                  </a:lnTo>
                  <a:lnTo>
                    <a:pt x="1586189" y="0"/>
                  </a:lnTo>
                  <a:close/>
                </a:path>
              </a:pathLst>
            </a:custGeom>
            <a:solidFill>
              <a:srgbClr val="D5BE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7910" y="7720295"/>
              <a:ext cx="699514" cy="74351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123725" y="10206533"/>
              <a:ext cx="2146935" cy="972819"/>
            </a:xfrm>
            <a:custGeom>
              <a:avLst/>
              <a:gdLst/>
              <a:ahLst/>
              <a:cxnLst/>
              <a:rect l="l" t="t" r="r" b="b"/>
              <a:pathLst>
                <a:path w="2146934" h="972820">
                  <a:moveTo>
                    <a:pt x="1991520" y="0"/>
                  </a:moveTo>
                  <a:lnTo>
                    <a:pt x="1938658" y="889"/>
                  </a:lnTo>
                  <a:lnTo>
                    <a:pt x="1890187" y="7569"/>
                  </a:lnTo>
                  <a:lnTo>
                    <a:pt x="1845672" y="19545"/>
                  </a:lnTo>
                  <a:lnTo>
                    <a:pt x="1804674" y="36323"/>
                  </a:lnTo>
                  <a:lnTo>
                    <a:pt x="1766759" y="57409"/>
                  </a:lnTo>
                  <a:lnTo>
                    <a:pt x="1731490" y="82308"/>
                  </a:lnTo>
                  <a:lnTo>
                    <a:pt x="1698429" y="110525"/>
                  </a:lnTo>
                  <a:lnTo>
                    <a:pt x="1667140" y="141568"/>
                  </a:lnTo>
                  <a:lnTo>
                    <a:pt x="1637188" y="174940"/>
                  </a:lnTo>
                  <a:lnTo>
                    <a:pt x="1608135" y="210148"/>
                  </a:lnTo>
                  <a:lnTo>
                    <a:pt x="1579545" y="246698"/>
                  </a:lnTo>
                  <a:lnTo>
                    <a:pt x="1522006" y="321844"/>
                  </a:lnTo>
                  <a:lnTo>
                    <a:pt x="1208641" y="715282"/>
                  </a:lnTo>
                  <a:lnTo>
                    <a:pt x="1175984" y="755934"/>
                  </a:lnTo>
                  <a:lnTo>
                    <a:pt x="1109213" y="838430"/>
                  </a:lnTo>
                  <a:lnTo>
                    <a:pt x="1075976" y="879955"/>
                  </a:lnTo>
                  <a:lnTo>
                    <a:pt x="1043425" y="921453"/>
                  </a:lnTo>
                  <a:lnTo>
                    <a:pt x="1011997" y="962764"/>
                  </a:lnTo>
                  <a:lnTo>
                    <a:pt x="966145" y="964518"/>
                  </a:lnTo>
                  <a:lnTo>
                    <a:pt x="918065" y="965325"/>
                  </a:lnTo>
                  <a:lnTo>
                    <a:pt x="868818" y="965464"/>
                  </a:lnTo>
                  <a:lnTo>
                    <a:pt x="724664" y="964656"/>
                  </a:lnTo>
                  <a:lnTo>
                    <a:pt x="261513" y="964951"/>
                  </a:lnTo>
                  <a:lnTo>
                    <a:pt x="158490" y="964106"/>
                  </a:lnTo>
                  <a:lnTo>
                    <a:pt x="92927" y="964147"/>
                  </a:lnTo>
                  <a:lnTo>
                    <a:pt x="35676" y="965441"/>
                  </a:lnTo>
                  <a:lnTo>
                    <a:pt x="0" y="968697"/>
                  </a:lnTo>
                  <a:lnTo>
                    <a:pt x="49148" y="970527"/>
                  </a:lnTo>
                  <a:lnTo>
                    <a:pt x="99019" y="971684"/>
                  </a:lnTo>
                  <a:lnTo>
                    <a:pt x="149512" y="972267"/>
                  </a:lnTo>
                  <a:lnTo>
                    <a:pt x="200523" y="972374"/>
                  </a:lnTo>
                  <a:lnTo>
                    <a:pt x="251950" y="972105"/>
                  </a:lnTo>
                  <a:lnTo>
                    <a:pt x="303690" y="971558"/>
                  </a:lnTo>
                  <a:lnTo>
                    <a:pt x="511732" y="968569"/>
                  </a:lnTo>
                  <a:lnTo>
                    <a:pt x="563501" y="968115"/>
                  </a:lnTo>
                  <a:lnTo>
                    <a:pt x="614967" y="967978"/>
                  </a:lnTo>
                  <a:lnTo>
                    <a:pt x="666029" y="968255"/>
                  </a:lnTo>
                  <a:lnTo>
                    <a:pt x="716584" y="969044"/>
                  </a:lnTo>
                  <a:lnTo>
                    <a:pt x="766529" y="970446"/>
                  </a:lnTo>
                  <a:lnTo>
                    <a:pt x="797429" y="969739"/>
                  </a:lnTo>
                  <a:lnTo>
                    <a:pt x="848679" y="969839"/>
                  </a:lnTo>
                  <a:lnTo>
                    <a:pt x="983119" y="970948"/>
                  </a:lnTo>
                  <a:lnTo>
                    <a:pt x="1051753" y="971200"/>
                  </a:lnTo>
                  <a:lnTo>
                    <a:pt x="1111625" y="970748"/>
                  </a:lnTo>
                  <a:lnTo>
                    <a:pt x="1155459" y="969212"/>
                  </a:lnTo>
                  <a:lnTo>
                    <a:pt x="1175975" y="966215"/>
                  </a:lnTo>
                  <a:lnTo>
                    <a:pt x="1116272" y="965802"/>
                  </a:lnTo>
                  <a:lnTo>
                    <a:pt x="1150453" y="925196"/>
                  </a:lnTo>
                  <a:lnTo>
                    <a:pt x="1184230" y="883562"/>
                  </a:lnTo>
                  <a:lnTo>
                    <a:pt x="1250985" y="799315"/>
                  </a:lnTo>
                  <a:lnTo>
                    <a:pt x="1284167" y="757756"/>
                  </a:lnTo>
                  <a:lnTo>
                    <a:pt x="1549285" y="429149"/>
                  </a:lnTo>
                  <a:lnTo>
                    <a:pt x="1643941" y="309241"/>
                  </a:lnTo>
                  <a:lnTo>
                    <a:pt x="1675814" y="269628"/>
                  </a:lnTo>
                  <a:lnTo>
                    <a:pt x="1708283" y="230364"/>
                  </a:lnTo>
                  <a:lnTo>
                    <a:pt x="1741609" y="191550"/>
                  </a:lnTo>
                  <a:lnTo>
                    <a:pt x="1780316" y="153654"/>
                  </a:lnTo>
                  <a:lnTo>
                    <a:pt x="1820281" y="125824"/>
                  </a:lnTo>
                  <a:lnTo>
                    <a:pt x="1861643" y="106534"/>
                  </a:lnTo>
                  <a:lnTo>
                    <a:pt x="1904540" y="94258"/>
                  </a:lnTo>
                  <a:lnTo>
                    <a:pt x="1949110" y="87469"/>
                  </a:lnTo>
                  <a:lnTo>
                    <a:pt x="1995493" y="84642"/>
                  </a:lnTo>
                  <a:lnTo>
                    <a:pt x="2043826" y="84249"/>
                  </a:lnTo>
                  <a:lnTo>
                    <a:pt x="2094250" y="84764"/>
                  </a:lnTo>
                  <a:lnTo>
                    <a:pt x="2146901" y="84661"/>
                  </a:lnTo>
                  <a:lnTo>
                    <a:pt x="2115759" y="80531"/>
                  </a:lnTo>
                  <a:lnTo>
                    <a:pt x="2083524" y="78605"/>
                  </a:lnTo>
                  <a:lnTo>
                    <a:pt x="2053008" y="76286"/>
                  </a:lnTo>
                  <a:lnTo>
                    <a:pt x="2027022" y="70980"/>
                  </a:lnTo>
                  <a:lnTo>
                    <a:pt x="2047256" y="70504"/>
                  </a:lnTo>
                  <a:lnTo>
                    <a:pt x="2057432" y="69425"/>
                  </a:lnTo>
                  <a:lnTo>
                    <a:pt x="2066435" y="67011"/>
                  </a:lnTo>
                  <a:lnTo>
                    <a:pt x="2056399" y="51710"/>
                  </a:lnTo>
                  <a:lnTo>
                    <a:pt x="2027106" y="24473"/>
                  </a:lnTo>
                  <a:lnTo>
                    <a:pt x="2018804" y="10467"/>
                  </a:lnTo>
                  <a:lnTo>
                    <a:pt x="2031687" y="6474"/>
                  </a:lnTo>
                  <a:lnTo>
                    <a:pt x="1991520" y="0"/>
                  </a:lnTo>
                  <a:close/>
                </a:path>
              </a:pathLst>
            </a:custGeom>
            <a:solidFill>
              <a:srgbClr val="A68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5239" y="10201929"/>
              <a:ext cx="1210695" cy="91690"/>
            </a:xfrm>
            <a:prstGeom prst="rect">
              <a:avLst/>
            </a:prstGeom>
          </p:spPr>
        </p:pic>
      </p:grpSp>
      <p:sp>
        <p:nvSpPr>
          <p:cNvPr id="78" name="Rectangle 77"/>
          <p:cNvSpPr/>
          <p:nvPr/>
        </p:nvSpPr>
        <p:spPr>
          <a:xfrm>
            <a:off x="8164047" y="5495857"/>
            <a:ext cx="46336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dirty="0" smtClean="0">
                <a:solidFill>
                  <a:schemeClr val="accent2">
                    <a:lumMod val="75000"/>
                  </a:schemeClr>
                </a:solidFill>
                <a:latin typeface="Brush Script MT" panose="03060802040406070304" pitchFamily="66" charset="0"/>
              </a:rPr>
              <a:t>Zafeer Hoq</a:t>
            </a:r>
            <a:endParaRPr lang="en-US" sz="7200" dirty="0">
              <a:solidFill>
                <a:schemeClr val="accent2">
                  <a:lumMod val="75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80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53</Words>
  <Application>Microsoft Office PowerPoint</Application>
  <PresentationFormat>Custom</PresentationFormat>
  <Paragraphs>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Brush Script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(Graduation certificate)</dc:title>
  <dc:creator>AUS00400</dc:creator>
  <cp:lastModifiedBy>Shighu</cp:lastModifiedBy>
  <cp:revision>10</cp:revision>
  <dcterms:created xsi:type="dcterms:W3CDTF">2026-06-06T06:01:49Z</dcterms:created>
  <dcterms:modified xsi:type="dcterms:W3CDTF">2026-06-08T15:17:07Z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2026-06-06T00:00:00Z</vt:filetime>
  </property>
  <property fmtid="{D5CDD505-2E9C-101B-9397-08002B2CF9AE}" pid="4" name="LastSaved">
    <vt:filetime>2026-06-06T00:00:00Z</vt:filetime>
  </property>
</Properties>
</file>